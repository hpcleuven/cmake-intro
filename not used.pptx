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1058" r:id="rId2"/>
    <p:sldId id="1264" r:id="rId3"/>
    <p:sldId id="1164" r:id="rId4"/>
    <p:sldId id="1165" r:id="rId5"/>
    <p:sldId id="1166" r:id="rId6"/>
    <p:sldId id="1167" r:id="rId7"/>
    <p:sldId id="1168" r:id="rId8"/>
    <p:sldId id="1169" r:id="rId9"/>
    <p:sldId id="1170" r:id="rId10"/>
    <p:sldId id="1174" r:id="rId11"/>
    <p:sldId id="1175" r:id="rId12"/>
    <p:sldId id="1179" r:id="rId13"/>
    <p:sldId id="1180" r:id="rId14"/>
    <p:sldId id="1181" r:id="rId15"/>
    <p:sldId id="1182" r:id="rId16"/>
    <p:sldId id="1183" r:id="rId17"/>
    <p:sldId id="1184" r:id="rId18"/>
    <p:sldId id="1185" r:id="rId19"/>
    <p:sldId id="1186" r:id="rId20"/>
    <p:sldId id="1187" r:id="rId21"/>
    <p:sldId id="1188" r:id="rId22"/>
    <p:sldId id="1189" r:id="rId23"/>
    <p:sldId id="1190" r:id="rId24"/>
    <p:sldId id="1191" r:id="rId25"/>
    <p:sldId id="1192" r:id="rId26"/>
    <p:sldId id="1193" r:id="rId27"/>
    <p:sldId id="1194" r:id="rId28"/>
    <p:sldId id="1195" r:id="rId29"/>
    <p:sldId id="1196" r:id="rId30"/>
    <p:sldId id="1197" r:id="rId31"/>
    <p:sldId id="1218" r:id="rId32"/>
    <p:sldId id="1219" r:id="rId33"/>
    <p:sldId id="1176" r:id="rId34"/>
    <p:sldId id="1177" r:id="rId35"/>
    <p:sldId id="1178" r:id="rId36"/>
    <p:sldId id="1222" r:id="rId37"/>
    <p:sldId id="257" r:id="rId38"/>
    <p:sldId id="267" r:id="rId39"/>
    <p:sldId id="1274" r:id="rId40"/>
    <p:sldId id="1173" r:id="rId41"/>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8E230D-D37D-46F5-9510-2667D5BB2F8F}">
          <p14:sldIdLst>
            <p14:sldId id="1058"/>
          </p14:sldIdLst>
        </p14:section>
        <p14:section name="Untitled Section" id="{25DFDA96-6942-474F-8550-5C5BA06E5DFF}">
          <p14:sldIdLst>
            <p14:sldId id="1264"/>
            <p14:sldId id="1164"/>
            <p14:sldId id="1165"/>
            <p14:sldId id="1166"/>
            <p14:sldId id="1167"/>
            <p14:sldId id="1168"/>
            <p14:sldId id="1169"/>
            <p14:sldId id="1170"/>
          </p14:sldIdLst>
        </p14:section>
        <p14:section name="Untitled Section" id="{9A116420-1F0C-4374-923D-39B17CF54AB5}">
          <p14:sldIdLst>
            <p14:sldId id="1174"/>
            <p14:sldId id="1175"/>
            <p14:sldId id="1179"/>
            <p14:sldId id="1180"/>
            <p14:sldId id="1181"/>
            <p14:sldId id="1182"/>
            <p14:sldId id="1183"/>
            <p14:sldId id="1184"/>
            <p14:sldId id="1185"/>
            <p14:sldId id="1186"/>
            <p14:sldId id="1187"/>
            <p14:sldId id="1188"/>
            <p14:sldId id="1189"/>
            <p14:sldId id="1190"/>
            <p14:sldId id="1191"/>
            <p14:sldId id="1192"/>
            <p14:sldId id="1193"/>
            <p14:sldId id="1194"/>
            <p14:sldId id="1195"/>
            <p14:sldId id="1196"/>
            <p14:sldId id="1197"/>
            <p14:sldId id="1218"/>
            <p14:sldId id="1219"/>
          </p14:sldIdLst>
        </p14:section>
        <p14:section name="Untitled Section" id="{730F05A9-C285-48BA-AE5E-2FB6D7A8CCAF}">
          <p14:sldIdLst>
            <p14:sldId id="1176"/>
            <p14:sldId id="1177"/>
            <p14:sldId id="1178"/>
          </p14:sldIdLst>
        </p14:section>
        <p14:section name="Untitled Section" id="{91D0166B-5A49-4BBB-BC2E-F4107A31A3E9}">
          <p14:sldIdLst>
            <p14:sldId id="1222"/>
            <p14:sldId id="257"/>
            <p14:sldId id="267"/>
            <p14:sldId id="1274"/>
            <p14:sldId id="11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5C48-A696-4B2B-8188-C2ADD4CC9C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a:extLst>
              <a:ext uri="{FF2B5EF4-FFF2-40B4-BE49-F238E27FC236}">
                <a16:creationId xmlns:a16="http://schemas.microsoft.com/office/drawing/2014/main" id="{9E9058E0-6CDB-49E6-B6CE-C596C2D04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a:extLst>
              <a:ext uri="{FF2B5EF4-FFF2-40B4-BE49-F238E27FC236}">
                <a16:creationId xmlns:a16="http://schemas.microsoft.com/office/drawing/2014/main" id="{FE140237-6194-4588-AC4E-2070AB219232}"/>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5" name="Footer Placeholder 4">
            <a:extLst>
              <a:ext uri="{FF2B5EF4-FFF2-40B4-BE49-F238E27FC236}">
                <a16:creationId xmlns:a16="http://schemas.microsoft.com/office/drawing/2014/main" id="{78836072-014D-4B20-A9F9-7780003F4233}"/>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C01064B3-E051-4196-A4F0-4DC020CCB4E0}"/>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307637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23C32-43D8-43EF-97AD-8943E5911D35}"/>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D7E0D430-1F66-44FB-9EDB-EF05986D33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535A29A6-3262-4E34-8D1C-73F70171A743}"/>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5" name="Footer Placeholder 4">
            <a:extLst>
              <a:ext uri="{FF2B5EF4-FFF2-40B4-BE49-F238E27FC236}">
                <a16:creationId xmlns:a16="http://schemas.microsoft.com/office/drawing/2014/main" id="{A49DA43B-4979-4DF5-9473-82BA77D0006C}"/>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A56928B7-788C-4376-B9DF-9354133B3CAD}"/>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274547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4BEA-3B5F-44A2-912C-16A9797E12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a:extLst>
              <a:ext uri="{FF2B5EF4-FFF2-40B4-BE49-F238E27FC236}">
                <a16:creationId xmlns:a16="http://schemas.microsoft.com/office/drawing/2014/main" id="{2301E228-AF18-4567-9CA9-556E25FECE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B8F438-14CB-4671-85F9-1F8236886B1B}"/>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5" name="Footer Placeholder 4">
            <a:extLst>
              <a:ext uri="{FF2B5EF4-FFF2-40B4-BE49-F238E27FC236}">
                <a16:creationId xmlns:a16="http://schemas.microsoft.com/office/drawing/2014/main" id="{B37A39EF-BEC9-4D04-955D-1DA7E8E7FC75}"/>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9D75F1C9-C7AB-4BC1-B99B-38BDB8442124}"/>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226725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BD372-C3A8-4D06-B95D-214E2D056C8F}"/>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D3A5D3B2-FC03-484B-A796-47030788DF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a:extLst>
              <a:ext uri="{FF2B5EF4-FFF2-40B4-BE49-F238E27FC236}">
                <a16:creationId xmlns:a16="http://schemas.microsoft.com/office/drawing/2014/main" id="{33291FB7-0CA6-4080-B20D-FEFA1B49B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a:extLst>
              <a:ext uri="{FF2B5EF4-FFF2-40B4-BE49-F238E27FC236}">
                <a16:creationId xmlns:a16="http://schemas.microsoft.com/office/drawing/2014/main" id="{10910A7C-C772-4E2B-A04F-DD23237D7635}"/>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6" name="Footer Placeholder 5">
            <a:extLst>
              <a:ext uri="{FF2B5EF4-FFF2-40B4-BE49-F238E27FC236}">
                <a16:creationId xmlns:a16="http://schemas.microsoft.com/office/drawing/2014/main" id="{593F51C5-C1D5-4500-AF4C-6BF19AB0F68A}"/>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A3D7AC56-207D-41A9-9E7D-FDE19B4DFDC7}"/>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3433735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EA39-1520-4725-B09A-57B89B53BE0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a:extLst>
              <a:ext uri="{FF2B5EF4-FFF2-40B4-BE49-F238E27FC236}">
                <a16:creationId xmlns:a16="http://schemas.microsoft.com/office/drawing/2014/main" id="{5B2511B5-50DF-48A9-B779-2EFC26D56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21C6A6-28E3-4E66-B3E1-9F85C6745F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a:extLst>
              <a:ext uri="{FF2B5EF4-FFF2-40B4-BE49-F238E27FC236}">
                <a16:creationId xmlns:a16="http://schemas.microsoft.com/office/drawing/2014/main" id="{4B091685-4D78-443B-AAA0-71C4AED33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701FE2-39A3-45A8-9EBC-18AAE5BC8F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a:extLst>
              <a:ext uri="{FF2B5EF4-FFF2-40B4-BE49-F238E27FC236}">
                <a16:creationId xmlns:a16="http://schemas.microsoft.com/office/drawing/2014/main" id="{962BCF66-CC43-4EC4-B6CF-057CD8AB1D37}"/>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8" name="Footer Placeholder 7">
            <a:extLst>
              <a:ext uri="{FF2B5EF4-FFF2-40B4-BE49-F238E27FC236}">
                <a16:creationId xmlns:a16="http://schemas.microsoft.com/office/drawing/2014/main" id="{5EB23140-6197-42E9-99C7-351CEA2544F8}"/>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763AEE35-08E2-48DF-AE44-195A9BD3C1DA}"/>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1305056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A629-FBC0-412D-B1F7-39169F1B2C44}"/>
              </a:ext>
            </a:extLst>
          </p:cNvPr>
          <p:cNvSpPr>
            <a:spLocks noGrp="1"/>
          </p:cNvSpPr>
          <p:nvPr>
            <p:ph type="title"/>
          </p:nvPr>
        </p:nvSpPr>
        <p:spPr/>
        <p:txBody>
          <a:bodyPr/>
          <a:lstStyle/>
          <a:p>
            <a:r>
              <a:rPr lang="en-US"/>
              <a:t>Click to edit Master title style</a:t>
            </a:r>
            <a:endParaRPr lang="nl-BE"/>
          </a:p>
        </p:txBody>
      </p:sp>
      <p:sp>
        <p:nvSpPr>
          <p:cNvPr id="3" name="Date Placeholder 2">
            <a:extLst>
              <a:ext uri="{FF2B5EF4-FFF2-40B4-BE49-F238E27FC236}">
                <a16:creationId xmlns:a16="http://schemas.microsoft.com/office/drawing/2014/main" id="{DAD9932F-D961-4991-9A43-2153528E26DB}"/>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4" name="Footer Placeholder 3">
            <a:extLst>
              <a:ext uri="{FF2B5EF4-FFF2-40B4-BE49-F238E27FC236}">
                <a16:creationId xmlns:a16="http://schemas.microsoft.com/office/drawing/2014/main" id="{4D1578FD-CEE7-4B36-BBAE-D4BD7EA1024E}"/>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3FDBCAE3-5994-40FC-9EFB-E26D90300CFC}"/>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3334489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18BDB-FF9E-44CC-BD22-915683E4D63C}"/>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3" name="Footer Placeholder 2">
            <a:extLst>
              <a:ext uri="{FF2B5EF4-FFF2-40B4-BE49-F238E27FC236}">
                <a16:creationId xmlns:a16="http://schemas.microsoft.com/office/drawing/2014/main" id="{A64D215A-1BF9-415E-8DC7-0666C8472900}"/>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0C75F487-C766-4F44-B14B-6707A43E5B3C}"/>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6242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060A-A184-4713-91A8-604768EF57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a:extLst>
              <a:ext uri="{FF2B5EF4-FFF2-40B4-BE49-F238E27FC236}">
                <a16:creationId xmlns:a16="http://schemas.microsoft.com/office/drawing/2014/main" id="{DF4EC34B-FF66-47B5-9086-EA210B64C8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a:extLst>
              <a:ext uri="{FF2B5EF4-FFF2-40B4-BE49-F238E27FC236}">
                <a16:creationId xmlns:a16="http://schemas.microsoft.com/office/drawing/2014/main" id="{EC4EF477-EE98-42BB-9B32-364C81BEE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66D2E-3E09-4A8F-B604-3A83BF8D430E}"/>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6" name="Footer Placeholder 5">
            <a:extLst>
              <a:ext uri="{FF2B5EF4-FFF2-40B4-BE49-F238E27FC236}">
                <a16:creationId xmlns:a16="http://schemas.microsoft.com/office/drawing/2014/main" id="{B0772D51-2655-4FDC-AAFD-37E1B095336B}"/>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E4FBD13C-A8C2-45BB-8CA3-9D74B9D28F2A}"/>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2620351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9694A-B877-40CB-BB84-18F0C715EE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a:extLst>
              <a:ext uri="{FF2B5EF4-FFF2-40B4-BE49-F238E27FC236}">
                <a16:creationId xmlns:a16="http://schemas.microsoft.com/office/drawing/2014/main" id="{D3AEF60F-2121-4ACC-90F0-57334BDE2A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a:extLst>
              <a:ext uri="{FF2B5EF4-FFF2-40B4-BE49-F238E27FC236}">
                <a16:creationId xmlns:a16="http://schemas.microsoft.com/office/drawing/2014/main" id="{E5F831E7-3E76-4346-90B4-09B1831B42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5CFD19-6B35-4C5F-9BA9-FA9836089F21}"/>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6" name="Footer Placeholder 5">
            <a:extLst>
              <a:ext uri="{FF2B5EF4-FFF2-40B4-BE49-F238E27FC236}">
                <a16:creationId xmlns:a16="http://schemas.microsoft.com/office/drawing/2014/main" id="{ABC87CE4-DDDE-451C-86B7-142AECAAB4AA}"/>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26271D42-E298-43E5-A838-DA4E982B12A2}"/>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1670358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1290-B152-44C0-8959-B26B163F8B5A}"/>
              </a:ext>
            </a:extLst>
          </p:cNvPr>
          <p:cNvSpPr>
            <a:spLocks noGrp="1"/>
          </p:cNvSpPr>
          <p:nvPr>
            <p:ph type="title"/>
          </p:nvPr>
        </p:nvSpPr>
        <p:spPr/>
        <p:txBody>
          <a:bodyPr/>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970D941B-11C9-40B7-9B14-6DA2F34E77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C0580107-F033-4791-9846-69EC9D659023}"/>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5" name="Footer Placeholder 4">
            <a:extLst>
              <a:ext uri="{FF2B5EF4-FFF2-40B4-BE49-F238E27FC236}">
                <a16:creationId xmlns:a16="http://schemas.microsoft.com/office/drawing/2014/main" id="{36B30405-68C4-461D-8091-C85ED9D1D43C}"/>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29387140-8C21-41F6-8157-527EC9D8C464}"/>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410463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BA041E-899A-472A-AAC6-31A7B5DDE8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700FCB30-730B-495F-840D-D40BC35BF0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03D65556-B811-4376-AF88-ABDF8C298FD7}"/>
              </a:ext>
            </a:extLst>
          </p:cNvPr>
          <p:cNvSpPr>
            <a:spLocks noGrp="1"/>
          </p:cNvSpPr>
          <p:nvPr>
            <p:ph type="dt" sz="half" idx="10"/>
          </p:nvPr>
        </p:nvSpPr>
        <p:spPr/>
        <p:txBody>
          <a:bodyPr/>
          <a:lstStyle/>
          <a:p>
            <a:fld id="{4235F621-0EFF-4F32-9CF9-899AAAEAD138}" type="datetimeFigureOut">
              <a:rPr lang="nl-BE" smtClean="0"/>
              <a:t>7/12/2022</a:t>
            </a:fld>
            <a:endParaRPr lang="nl-BE"/>
          </a:p>
        </p:txBody>
      </p:sp>
      <p:sp>
        <p:nvSpPr>
          <p:cNvPr id="5" name="Footer Placeholder 4">
            <a:extLst>
              <a:ext uri="{FF2B5EF4-FFF2-40B4-BE49-F238E27FC236}">
                <a16:creationId xmlns:a16="http://schemas.microsoft.com/office/drawing/2014/main" id="{E2405470-5C50-4ACA-9518-5CE206BA349E}"/>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BFBC4DC1-6FA2-4C22-ADB5-C765F3CF6B56}"/>
              </a:ext>
            </a:extLst>
          </p:cNvPr>
          <p:cNvSpPr>
            <a:spLocks noGrp="1"/>
          </p:cNvSpPr>
          <p:nvPr>
            <p:ph type="sldNum" sz="quarter" idx="12"/>
          </p:nvPr>
        </p:nvSpPr>
        <p:spPr/>
        <p:txBody>
          <a:bodyPr/>
          <a:lstStyle/>
          <a:p>
            <a:fld id="{9FF54858-E4A4-428F-8E33-9B9853109202}" type="slidenum">
              <a:rPr lang="nl-BE" smtClean="0"/>
              <a:t>‹#›</a:t>
            </a:fld>
            <a:endParaRPr lang="nl-BE"/>
          </a:p>
        </p:txBody>
      </p:sp>
    </p:spTree>
    <p:extLst>
      <p:ext uri="{BB962C8B-B14F-4D97-AF65-F5344CB8AC3E}">
        <p14:creationId xmlns:p14="http://schemas.microsoft.com/office/powerpoint/2010/main" val="2695159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solidFill>
                  <a:srgbClr val="52BDEC"/>
                </a:solidFill>
              </a:defRPr>
            </a:lvl1pPr>
          </a:lstStyle>
          <a:p>
            <a:r>
              <a:rPr lang="nl-NL" dirty="0"/>
              <a:t>Klik en typ de titel</a:t>
            </a:r>
            <a:endParaRPr lang="nl-BE" dirty="0"/>
          </a:p>
        </p:txBody>
      </p:sp>
      <p:sp>
        <p:nvSpPr>
          <p:cNvPr id="3" name="Tijdelijke aanduiding voor datum 2"/>
          <p:cNvSpPr>
            <a:spLocks noGrp="1"/>
          </p:cNvSpPr>
          <p:nvPr>
            <p:ph type="dt" sz="half" idx="10"/>
          </p:nvPr>
        </p:nvSpPr>
        <p:spPr/>
        <p:txBody>
          <a:bodyPr/>
          <a:lstStyle/>
          <a:p>
            <a:fld id="{A1FA2290-0477-46BB-87A2-28AB474124F3}" type="datetime1">
              <a:rPr lang="nl-BE" smtClean="0"/>
              <a:t>6/12/2022</a:t>
            </a:fld>
            <a:endParaRPr lang="nl-BE" dirty="0"/>
          </a:p>
        </p:txBody>
      </p:sp>
      <p:sp>
        <p:nvSpPr>
          <p:cNvPr id="4" name="Tijdelijke aanduiding voor voettekst 3"/>
          <p:cNvSpPr>
            <a:spLocks noGrp="1"/>
          </p:cNvSpPr>
          <p:nvPr>
            <p:ph type="ftr" sz="quarter" idx="11"/>
          </p:nvPr>
        </p:nvSpPr>
        <p:spPr/>
        <p:txBody>
          <a:bodyPr/>
          <a:lstStyle/>
          <a:p>
            <a:endParaRPr lang="nl-BE" dirty="0"/>
          </a:p>
        </p:txBody>
      </p:sp>
      <p:sp>
        <p:nvSpPr>
          <p:cNvPr id="5" name="Tijdelijke aanduiding voor dianummer 4"/>
          <p:cNvSpPr>
            <a:spLocks noGrp="1"/>
          </p:cNvSpPr>
          <p:nvPr>
            <p:ph type="sldNum" sz="quarter" idx="12"/>
          </p:nvPr>
        </p:nvSpPr>
        <p:spPr>
          <a:xfrm>
            <a:off x="10896533" y="6048000"/>
            <a:ext cx="1248000" cy="288000"/>
          </a:xfrm>
        </p:spPr>
        <p:txBody>
          <a:bodyPr/>
          <a:lstStyle>
            <a:lvl1pPr>
              <a:defRPr sz="1200"/>
            </a:lvl1pPr>
          </a:lstStyle>
          <a:p>
            <a:fld id="{F35D8031-C8E5-48F8-A3B6-81643B27A3AF}" type="slidenum">
              <a:rPr lang="nl-BE" smtClean="0"/>
              <a:pPr/>
              <a:t>‹#›</a:t>
            </a:fld>
            <a:endParaRPr lang="nl-BE" dirty="0"/>
          </a:p>
        </p:txBody>
      </p:sp>
      <p:sp>
        <p:nvSpPr>
          <p:cNvPr id="6" name="Tijdelijke aanduiding voor tekst 2"/>
          <p:cNvSpPr>
            <a:spLocks noGrp="1"/>
          </p:cNvSpPr>
          <p:nvPr>
            <p:ph idx="1" hasCustomPrompt="1"/>
          </p:nvPr>
        </p:nvSpPr>
        <p:spPr>
          <a:xfrm>
            <a:off x="720000" y="1349999"/>
            <a:ext cx="11112000" cy="4428000"/>
          </a:xfrm>
          <a:prstGeom prst="rect">
            <a:avLst/>
          </a:prstGeom>
        </p:spPr>
        <p:txBody>
          <a:bodyPr vert="horz" lIns="0" tIns="0" rIns="0" bIns="0" rtlCol="0">
            <a:noAutofit/>
          </a:bodyPr>
          <a:lstStyle>
            <a:lvl1pPr>
              <a:defRPr/>
            </a:lvl1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66955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B7687-69BF-4506-A914-0EDF89F2CC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a:extLst>
              <a:ext uri="{FF2B5EF4-FFF2-40B4-BE49-F238E27FC236}">
                <a16:creationId xmlns:a16="http://schemas.microsoft.com/office/drawing/2014/main" id="{A52223A8-8DE8-45D7-B4A0-8A1F64FFE8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F95890BB-8899-43E6-A33A-7F64F1DD56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35F621-0EFF-4F32-9CF9-899AAAEAD138}" type="datetimeFigureOut">
              <a:rPr lang="nl-BE" smtClean="0"/>
              <a:t>7/12/2022</a:t>
            </a:fld>
            <a:endParaRPr lang="nl-BE"/>
          </a:p>
        </p:txBody>
      </p:sp>
      <p:sp>
        <p:nvSpPr>
          <p:cNvPr id="5" name="Footer Placeholder 4">
            <a:extLst>
              <a:ext uri="{FF2B5EF4-FFF2-40B4-BE49-F238E27FC236}">
                <a16:creationId xmlns:a16="http://schemas.microsoft.com/office/drawing/2014/main" id="{59267372-A754-454A-9128-BF211D1E57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a:extLst>
              <a:ext uri="{FF2B5EF4-FFF2-40B4-BE49-F238E27FC236}">
                <a16:creationId xmlns:a16="http://schemas.microsoft.com/office/drawing/2014/main" id="{9755E38F-9553-4FD2-B167-B3B6998F1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F54858-E4A4-428F-8E33-9B9853109202}" type="slidenum">
              <a:rPr lang="nl-BE" smtClean="0"/>
              <a:t>‹#›</a:t>
            </a:fld>
            <a:endParaRPr lang="nl-BE"/>
          </a:p>
        </p:txBody>
      </p:sp>
    </p:spTree>
    <p:extLst>
      <p:ext uri="{BB962C8B-B14F-4D97-AF65-F5344CB8AC3E}">
        <p14:creationId xmlns:p14="http://schemas.microsoft.com/office/powerpoint/2010/main" val="4077405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Subdirectory</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Concept of subdir</a:t>
            </a:r>
          </a:p>
          <a:p>
            <a:pPr marL="742950" lvl="1" indent="-342900">
              <a:buBlip>
                <a:blip r:embed="rId2"/>
              </a:buBlip>
            </a:pPr>
            <a:r>
              <a:rPr lang="en-US" altLang="zh-TW" dirty="0" err="1">
                <a:solidFill>
                  <a:srgbClr val="4E5865"/>
                </a:solidFill>
                <a:latin typeface="Courier New" panose="02070309020205020404" pitchFamily="49" charset="0"/>
                <a:ea typeface="新細明體"/>
                <a:cs typeface="Courier New" panose="02070309020205020404" pitchFamily="49" charset="0"/>
              </a:rPr>
              <a:t>include_subdirectory</a:t>
            </a:r>
            <a:r>
              <a:rPr lang="en-US" altLang="zh-TW" dirty="0">
                <a:solidFill>
                  <a:srgbClr val="4E5865"/>
                </a:solidFill>
                <a:latin typeface="Courier New" panose="02070309020205020404" pitchFamily="49" charset="0"/>
                <a:ea typeface="新細明體"/>
                <a:cs typeface="Courier New" panose="02070309020205020404" pitchFamily="49" charset="0"/>
              </a:rPr>
              <a:t> </a:t>
            </a:r>
            <a:r>
              <a:rPr lang="en-US" altLang="zh-TW" dirty="0">
                <a:solidFill>
                  <a:srgbClr val="4E5865"/>
                </a:solidFill>
                <a:ea typeface="新細明體"/>
              </a:rPr>
              <a:t>command</a:t>
            </a:r>
          </a:p>
          <a:p>
            <a:pPr marL="742950" lvl="1" indent="-342900">
              <a:buBlip>
                <a:blip r:embed="rId2"/>
              </a:buBlip>
            </a:pPr>
            <a:r>
              <a:rPr lang="en-US" altLang="zh-TW" sz="2400" dirty="0">
                <a:solidFill>
                  <a:srgbClr val="4E5865"/>
                </a:solidFill>
                <a:ea typeface="新細明體"/>
              </a:rPr>
              <a:t> </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a:t>
            </a:fld>
            <a:endParaRPr lang="en-US" dirty="0"/>
          </a:p>
        </p:txBody>
      </p:sp>
      <p:pic>
        <p:nvPicPr>
          <p:cNvPr id="5" name="Picture 4">
            <a:extLst>
              <a:ext uri="{FF2B5EF4-FFF2-40B4-BE49-F238E27FC236}">
                <a16:creationId xmlns:a16="http://schemas.microsoft.com/office/drawing/2014/main" id="{A5333AC0-1A33-49FF-B798-FDBFB69A48B9}"/>
              </a:ext>
            </a:extLst>
          </p:cNvPr>
          <p:cNvPicPr>
            <a:picLocks noChangeAspect="1"/>
          </p:cNvPicPr>
          <p:nvPr/>
        </p:nvPicPr>
        <p:blipFill>
          <a:blip r:embed="rId3"/>
          <a:stretch>
            <a:fillRect/>
          </a:stretch>
        </p:blipFill>
        <p:spPr>
          <a:xfrm>
            <a:off x="3329860" y="2111688"/>
            <a:ext cx="7629525" cy="3829050"/>
          </a:xfrm>
          <a:prstGeom prst="rect">
            <a:avLst/>
          </a:prstGeom>
        </p:spPr>
      </p:pic>
    </p:spTree>
    <p:extLst>
      <p:ext uri="{BB962C8B-B14F-4D97-AF65-F5344CB8AC3E}">
        <p14:creationId xmlns:p14="http://schemas.microsoft.com/office/powerpoint/2010/main" val="397837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Installation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How to find a package – commands for </a:t>
            </a:r>
            <a:r>
              <a:rPr lang="en-US" altLang="zh-TW" sz="2400" dirty="0" err="1">
                <a:solidFill>
                  <a:srgbClr val="4E5865"/>
                </a:solidFill>
                <a:ea typeface="新細明體"/>
              </a:rPr>
              <a:t>CMakeFiles</a:t>
            </a:r>
            <a:endParaRPr lang="en-US" altLang="zh-TW" sz="2400"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For other project to be able to locate it</a:t>
            </a:r>
            <a:endParaRPr lang="en-US" altLang="zh-TW" sz="2400"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a:t>
            </a:fld>
            <a:endParaRPr lang="en-US" dirty="0"/>
          </a:p>
        </p:txBody>
      </p:sp>
      <p:grpSp>
        <p:nvGrpSpPr>
          <p:cNvPr id="12" name="Group 11">
            <a:extLst>
              <a:ext uri="{FF2B5EF4-FFF2-40B4-BE49-F238E27FC236}">
                <a16:creationId xmlns:a16="http://schemas.microsoft.com/office/drawing/2014/main" id="{C373873F-67C2-4460-BD92-9AB674635CF4}"/>
              </a:ext>
            </a:extLst>
          </p:cNvPr>
          <p:cNvGrpSpPr/>
          <p:nvPr/>
        </p:nvGrpSpPr>
        <p:grpSpPr>
          <a:xfrm>
            <a:off x="923979" y="1919729"/>
            <a:ext cx="6281012" cy="3505245"/>
            <a:chOff x="1141080" y="2471460"/>
            <a:chExt cx="5763922" cy="3869520"/>
          </a:xfrm>
        </p:grpSpPr>
        <p:sp>
          <p:nvSpPr>
            <p:cNvPr id="13" name="Frame 12">
              <a:extLst>
                <a:ext uri="{FF2B5EF4-FFF2-40B4-BE49-F238E27FC236}">
                  <a16:creationId xmlns:a16="http://schemas.microsoft.com/office/drawing/2014/main" id="{7D80D151-70A3-4672-B77E-004767A3B6E8}"/>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4" name="TextBox 13">
              <a:extLst>
                <a:ext uri="{FF2B5EF4-FFF2-40B4-BE49-F238E27FC236}">
                  <a16:creationId xmlns:a16="http://schemas.microsoft.com/office/drawing/2014/main" id="{51751132-B9C8-46AE-AD91-B5BDBE0A6543}"/>
                </a:ext>
              </a:extLst>
            </p:cNvPr>
            <p:cNvSpPr txBox="1"/>
            <p:nvPr/>
          </p:nvSpPr>
          <p:spPr>
            <a:xfrm>
              <a:off x="1689522" y="3174945"/>
              <a:ext cx="5207486" cy="441691"/>
            </a:xfrm>
            <a:prstGeom prst="rect">
              <a:avLst/>
            </a:prstGeom>
            <a:noFill/>
          </p:spPr>
          <p:txBody>
            <a:bodyPr wrap="square" rtlCol="0">
              <a:spAutoFit/>
            </a:bodyPr>
            <a:lstStyle/>
            <a:p>
              <a:r>
                <a:rPr lang="nl-BE" sz="2000" dirty="0" err="1"/>
                <a:t>find_packe</a:t>
              </a:r>
              <a:r>
                <a:rPr lang="nl-BE" sz="2000" dirty="0"/>
                <a:t>(&lt;</a:t>
              </a:r>
              <a:r>
                <a:rPr lang="nl-BE" sz="2000" dirty="0" err="1"/>
                <a:t>package_name</a:t>
              </a:r>
              <a:r>
                <a:rPr lang="nl-BE" sz="2000" dirty="0"/>
                <a:t>&gt;)</a:t>
              </a:r>
            </a:p>
          </p:txBody>
        </p:sp>
      </p:grpSp>
    </p:spTree>
    <p:extLst>
      <p:ext uri="{BB962C8B-B14F-4D97-AF65-F5344CB8AC3E}">
        <p14:creationId xmlns:p14="http://schemas.microsoft.com/office/powerpoint/2010/main" val="388596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For other project to be able to locate it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a:t>
            </a:fld>
            <a:endParaRPr lang="en-US" dirty="0"/>
          </a:p>
        </p:txBody>
      </p:sp>
      <p:pic>
        <p:nvPicPr>
          <p:cNvPr id="5" name="Picture 4">
            <a:extLst>
              <a:ext uri="{FF2B5EF4-FFF2-40B4-BE49-F238E27FC236}">
                <a16:creationId xmlns:a16="http://schemas.microsoft.com/office/drawing/2014/main" id="{F4C59048-B4B3-409A-8FC6-A370D3AF5723}"/>
              </a:ext>
            </a:extLst>
          </p:cNvPr>
          <p:cNvPicPr>
            <a:picLocks noChangeAspect="1"/>
          </p:cNvPicPr>
          <p:nvPr/>
        </p:nvPicPr>
        <p:blipFill>
          <a:blip r:embed="rId3"/>
          <a:stretch>
            <a:fillRect/>
          </a:stretch>
        </p:blipFill>
        <p:spPr>
          <a:xfrm>
            <a:off x="275237" y="1624012"/>
            <a:ext cx="6305550" cy="3609975"/>
          </a:xfrm>
          <a:prstGeom prst="rect">
            <a:avLst/>
          </a:prstGeom>
        </p:spPr>
      </p:pic>
      <p:pic>
        <p:nvPicPr>
          <p:cNvPr id="7" name="Picture 6">
            <a:extLst>
              <a:ext uri="{FF2B5EF4-FFF2-40B4-BE49-F238E27FC236}">
                <a16:creationId xmlns:a16="http://schemas.microsoft.com/office/drawing/2014/main" id="{E9A339CE-248C-407C-9789-65CFED9A0A2C}"/>
              </a:ext>
            </a:extLst>
          </p:cNvPr>
          <p:cNvPicPr>
            <a:picLocks noChangeAspect="1"/>
          </p:cNvPicPr>
          <p:nvPr/>
        </p:nvPicPr>
        <p:blipFill>
          <a:blip r:embed="rId4"/>
          <a:stretch>
            <a:fillRect/>
          </a:stretch>
        </p:blipFill>
        <p:spPr>
          <a:xfrm>
            <a:off x="3789500" y="2866927"/>
            <a:ext cx="7820025" cy="3476625"/>
          </a:xfrm>
          <a:prstGeom prst="rect">
            <a:avLst/>
          </a:prstGeom>
        </p:spPr>
      </p:pic>
    </p:spTree>
    <p:extLst>
      <p:ext uri="{BB962C8B-B14F-4D97-AF65-F5344CB8AC3E}">
        <p14:creationId xmlns:p14="http://schemas.microsoft.com/office/powerpoint/2010/main" val="1027719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a:t>
            </a:fld>
            <a:endParaRPr lang="en-US" dirty="0"/>
          </a:p>
        </p:txBody>
      </p:sp>
      <p:pic>
        <p:nvPicPr>
          <p:cNvPr id="5" name="Picture 4">
            <a:extLst>
              <a:ext uri="{FF2B5EF4-FFF2-40B4-BE49-F238E27FC236}">
                <a16:creationId xmlns:a16="http://schemas.microsoft.com/office/drawing/2014/main" id="{59CC6754-5969-46E6-92DB-0EF753F11CD5}"/>
              </a:ext>
            </a:extLst>
          </p:cNvPr>
          <p:cNvPicPr>
            <a:picLocks noChangeAspect="1"/>
          </p:cNvPicPr>
          <p:nvPr/>
        </p:nvPicPr>
        <p:blipFill>
          <a:blip r:embed="rId3"/>
          <a:stretch>
            <a:fillRect/>
          </a:stretch>
        </p:blipFill>
        <p:spPr>
          <a:xfrm>
            <a:off x="2547937" y="1404937"/>
            <a:ext cx="7096125" cy="4048125"/>
          </a:xfrm>
          <a:prstGeom prst="rect">
            <a:avLst/>
          </a:prstGeom>
        </p:spPr>
      </p:pic>
    </p:spTree>
    <p:extLst>
      <p:ext uri="{BB962C8B-B14F-4D97-AF65-F5344CB8AC3E}">
        <p14:creationId xmlns:p14="http://schemas.microsoft.com/office/powerpoint/2010/main" val="341115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Enough to install any lib</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a:t>
            </a:fld>
            <a:endParaRPr lang="en-US" dirty="0"/>
          </a:p>
        </p:txBody>
      </p:sp>
      <p:pic>
        <p:nvPicPr>
          <p:cNvPr id="5" name="Picture 4">
            <a:extLst>
              <a:ext uri="{FF2B5EF4-FFF2-40B4-BE49-F238E27FC236}">
                <a16:creationId xmlns:a16="http://schemas.microsoft.com/office/drawing/2014/main" id="{64D607EF-D48E-4F7C-8A93-1489117197AB}"/>
              </a:ext>
            </a:extLst>
          </p:cNvPr>
          <p:cNvPicPr>
            <a:picLocks noChangeAspect="1"/>
          </p:cNvPicPr>
          <p:nvPr/>
        </p:nvPicPr>
        <p:blipFill>
          <a:blip r:embed="rId3"/>
          <a:stretch>
            <a:fillRect/>
          </a:stretch>
        </p:blipFill>
        <p:spPr>
          <a:xfrm>
            <a:off x="1567914" y="1463336"/>
            <a:ext cx="8858250" cy="3267075"/>
          </a:xfrm>
          <a:prstGeom prst="rect">
            <a:avLst/>
          </a:prstGeom>
        </p:spPr>
      </p:pic>
      <p:pic>
        <p:nvPicPr>
          <p:cNvPr id="7" name="Picture 6">
            <a:extLst>
              <a:ext uri="{FF2B5EF4-FFF2-40B4-BE49-F238E27FC236}">
                <a16:creationId xmlns:a16="http://schemas.microsoft.com/office/drawing/2014/main" id="{47B06399-6429-4E0A-A40B-960225BC0E6D}"/>
              </a:ext>
            </a:extLst>
          </p:cNvPr>
          <p:cNvPicPr>
            <a:picLocks noChangeAspect="1"/>
          </p:cNvPicPr>
          <p:nvPr/>
        </p:nvPicPr>
        <p:blipFill>
          <a:blip r:embed="rId4"/>
          <a:stretch>
            <a:fillRect/>
          </a:stretch>
        </p:blipFill>
        <p:spPr>
          <a:xfrm>
            <a:off x="1666875" y="3583634"/>
            <a:ext cx="8181975" cy="3400425"/>
          </a:xfrm>
          <a:prstGeom prst="rect">
            <a:avLst/>
          </a:prstGeom>
        </p:spPr>
      </p:pic>
    </p:spTree>
    <p:extLst>
      <p:ext uri="{BB962C8B-B14F-4D97-AF65-F5344CB8AC3E}">
        <p14:creationId xmlns:p14="http://schemas.microsoft.com/office/powerpoint/2010/main" val="2972806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To solve generator expr – in building stage resolved and not in generator stage</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a:t>
            </a:fld>
            <a:endParaRPr lang="en-US" dirty="0"/>
          </a:p>
        </p:txBody>
      </p:sp>
      <p:pic>
        <p:nvPicPr>
          <p:cNvPr id="5" name="Picture 4">
            <a:extLst>
              <a:ext uri="{FF2B5EF4-FFF2-40B4-BE49-F238E27FC236}">
                <a16:creationId xmlns:a16="http://schemas.microsoft.com/office/drawing/2014/main" id="{B625D6A1-7051-478E-BC8B-BF6F0FC6ADB6}"/>
              </a:ext>
            </a:extLst>
          </p:cNvPr>
          <p:cNvPicPr>
            <a:picLocks noChangeAspect="1"/>
          </p:cNvPicPr>
          <p:nvPr/>
        </p:nvPicPr>
        <p:blipFill>
          <a:blip r:embed="rId3"/>
          <a:stretch>
            <a:fillRect/>
          </a:stretch>
        </p:blipFill>
        <p:spPr>
          <a:xfrm>
            <a:off x="249374" y="1419225"/>
            <a:ext cx="7343775" cy="4019550"/>
          </a:xfrm>
          <a:prstGeom prst="rect">
            <a:avLst/>
          </a:prstGeom>
        </p:spPr>
      </p:pic>
      <p:pic>
        <p:nvPicPr>
          <p:cNvPr id="7" name="Picture 6">
            <a:extLst>
              <a:ext uri="{FF2B5EF4-FFF2-40B4-BE49-F238E27FC236}">
                <a16:creationId xmlns:a16="http://schemas.microsoft.com/office/drawing/2014/main" id="{EF39896C-5F3D-4BE9-9E01-F757AE7B0836}"/>
              </a:ext>
            </a:extLst>
          </p:cNvPr>
          <p:cNvPicPr>
            <a:picLocks noChangeAspect="1"/>
          </p:cNvPicPr>
          <p:nvPr/>
        </p:nvPicPr>
        <p:blipFill>
          <a:blip r:embed="rId4"/>
          <a:stretch>
            <a:fillRect/>
          </a:stretch>
        </p:blipFill>
        <p:spPr>
          <a:xfrm>
            <a:off x="3082898" y="2865998"/>
            <a:ext cx="8705850" cy="2990850"/>
          </a:xfrm>
          <a:prstGeom prst="rect">
            <a:avLst/>
          </a:prstGeom>
        </p:spPr>
      </p:pic>
    </p:spTree>
    <p:extLst>
      <p:ext uri="{BB962C8B-B14F-4D97-AF65-F5344CB8AC3E}">
        <p14:creationId xmlns:p14="http://schemas.microsoft.com/office/powerpoint/2010/main" val="148600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a:t>
            </a:fld>
            <a:endParaRPr lang="en-US" dirty="0"/>
          </a:p>
        </p:txBody>
      </p:sp>
      <p:pic>
        <p:nvPicPr>
          <p:cNvPr id="7" name="Picture 6">
            <a:extLst>
              <a:ext uri="{FF2B5EF4-FFF2-40B4-BE49-F238E27FC236}">
                <a16:creationId xmlns:a16="http://schemas.microsoft.com/office/drawing/2014/main" id="{2EE2F3FA-8487-4FA5-95F0-0672B40A8723}"/>
              </a:ext>
            </a:extLst>
          </p:cNvPr>
          <p:cNvPicPr>
            <a:picLocks noChangeAspect="1"/>
          </p:cNvPicPr>
          <p:nvPr/>
        </p:nvPicPr>
        <p:blipFill>
          <a:blip r:embed="rId3"/>
          <a:stretch>
            <a:fillRect/>
          </a:stretch>
        </p:blipFill>
        <p:spPr>
          <a:xfrm>
            <a:off x="2962275" y="2038350"/>
            <a:ext cx="6267450" cy="2781300"/>
          </a:xfrm>
          <a:prstGeom prst="rect">
            <a:avLst/>
          </a:prstGeom>
        </p:spPr>
      </p:pic>
    </p:spTree>
    <p:extLst>
      <p:ext uri="{BB962C8B-B14F-4D97-AF65-F5344CB8AC3E}">
        <p14:creationId xmlns:p14="http://schemas.microsoft.com/office/powerpoint/2010/main" val="1186938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Config or module option, if no option – first searched in module mode, then in </a:t>
            </a:r>
            <a:r>
              <a:rPr lang="en-US" altLang="zh-TW" sz="2400" dirty="0" err="1">
                <a:solidFill>
                  <a:srgbClr val="4E5865"/>
                </a:solidFill>
                <a:ea typeface="新細明體"/>
              </a:rPr>
              <a:t>confg</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a:t>
            </a:fld>
            <a:endParaRPr lang="en-US" dirty="0"/>
          </a:p>
        </p:txBody>
      </p:sp>
      <p:pic>
        <p:nvPicPr>
          <p:cNvPr id="5" name="Picture 4">
            <a:extLst>
              <a:ext uri="{FF2B5EF4-FFF2-40B4-BE49-F238E27FC236}">
                <a16:creationId xmlns:a16="http://schemas.microsoft.com/office/drawing/2014/main" id="{F973CE3D-B2BF-4517-B3C2-A59B7D8BA45E}"/>
              </a:ext>
            </a:extLst>
          </p:cNvPr>
          <p:cNvPicPr>
            <a:picLocks noChangeAspect="1"/>
          </p:cNvPicPr>
          <p:nvPr/>
        </p:nvPicPr>
        <p:blipFill>
          <a:blip r:embed="rId3"/>
          <a:stretch>
            <a:fillRect/>
          </a:stretch>
        </p:blipFill>
        <p:spPr>
          <a:xfrm>
            <a:off x="275237" y="1509713"/>
            <a:ext cx="6705600" cy="3838575"/>
          </a:xfrm>
          <a:prstGeom prst="rect">
            <a:avLst/>
          </a:prstGeom>
        </p:spPr>
      </p:pic>
      <p:pic>
        <p:nvPicPr>
          <p:cNvPr id="7" name="Picture 6">
            <a:extLst>
              <a:ext uri="{FF2B5EF4-FFF2-40B4-BE49-F238E27FC236}">
                <a16:creationId xmlns:a16="http://schemas.microsoft.com/office/drawing/2014/main" id="{ADB86F2A-2B00-424E-B84C-27277736EB2C}"/>
              </a:ext>
            </a:extLst>
          </p:cNvPr>
          <p:cNvPicPr>
            <a:picLocks noChangeAspect="1"/>
          </p:cNvPicPr>
          <p:nvPr/>
        </p:nvPicPr>
        <p:blipFill>
          <a:blip r:embed="rId4"/>
          <a:stretch>
            <a:fillRect/>
          </a:stretch>
        </p:blipFill>
        <p:spPr>
          <a:xfrm>
            <a:off x="5496913" y="1509712"/>
            <a:ext cx="6419850" cy="3552825"/>
          </a:xfrm>
          <a:prstGeom prst="rect">
            <a:avLst/>
          </a:prstGeom>
        </p:spPr>
      </p:pic>
    </p:spTree>
    <p:extLst>
      <p:ext uri="{BB962C8B-B14F-4D97-AF65-F5344CB8AC3E}">
        <p14:creationId xmlns:p14="http://schemas.microsoft.com/office/powerpoint/2010/main" val="15810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If we edited </a:t>
            </a:r>
            <a:r>
              <a:rPr lang="en-US" altLang="zh-TW" sz="2400" dirty="0" err="1">
                <a:solidFill>
                  <a:srgbClr val="4E5865"/>
                </a:solidFill>
                <a:ea typeface="新細明體"/>
              </a:rPr>
              <a:t>cmakefile</a:t>
            </a:r>
            <a:r>
              <a:rPr lang="en-US" altLang="zh-TW" sz="2400" dirty="0">
                <a:solidFill>
                  <a:srgbClr val="4E5865"/>
                </a:solidFill>
                <a:ea typeface="新細明體"/>
              </a:rPr>
              <a:t> and forgot to run </a:t>
            </a:r>
            <a:r>
              <a:rPr lang="en-US" altLang="zh-TW" sz="2400" dirty="0" err="1">
                <a:solidFill>
                  <a:srgbClr val="4E5865"/>
                </a:solidFill>
                <a:ea typeface="新細明體"/>
              </a:rPr>
              <a:t>cmake</a:t>
            </a:r>
            <a:r>
              <a:rPr lang="en-US" altLang="zh-TW" sz="2400" dirty="0">
                <a:solidFill>
                  <a:srgbClr val="4E5865"/>
                </a:solidFill>
                <a:ea typeface="新細明體"/>
              </a:rPr>
              <a:t> the </a:t>
            </a:r>
            <a:r>
              <a:rPr lang="en-US" altLang="zh-TW" sz="2400" dirty="0" err="1">
                <a:solidFill>
                  <a:srgbClr val="4E5865"/>
                </a:solidFill>
                <a:ea typeface="新細明體"/>
              </a:rPr>
              <a:t>maketool</a:t>
            </a:r>
            <a:r>
              <a:rPr lang="en-US" altLang="zh-TW" sz="2400" dirty="0">
                <a:solidFill>
                  <a:srgbClr val="4E5865"/>
                </a:solidFill>
                <a:ea typeface="新細明體"/>
              </a:rPr>
              <a:t> ill run </a:t>
            </a:r>
            <a:r>
              <a:rPr lang="en-US" altLang="zh-TW" sz="2400" dirty="0" err="1">
                <a:solidFill>
                  <a:srgbClr val="4E5865"/>
                </a:solidFill>
                <a:ea typeface="新細明體"/>
              </a:rPr>
              <a:t>cmake</a:t>
            </a:r>
            <a:r>
              <a:rPr lang="en-US" altLang="zh-TW" sz="2400" dirty="0">
                <a:solidFill>
                  <a:srgbClr val="4E5865"/>
                </a:solidFill>
                <a:ea typeface="新細明體"/>
              </a:rPr>
              <a:t> for us, not available when first time building project – there is no </a:t>
            </a:r>
            <a:r>
              <a:rPr lang="en-US" altLang="zh-TW" sz="2400" dirty="0" err="1">
                <a:solidFill>
                  <a:srgbClr val="4E5865"/>
                </a:solidFill>
                <a:ea typeface="新細明體"/>
              </a:rPr>
              <a:t>makefile</a:t>
            </a:r>
            <a:r>
              <a:rPr lang="en-US" altLang="zh-TW" sz="2400" dirty="0">
                <a:solidFill>
                  <a:srgbClr val="4E5865"/>
                </a:solidFill>
                <a:ea typeface="新細明體"/>
              </a:rPr>
              <a:t> yet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a:t>
            </a:fld>
            <a:endParaRPr lang="en-US" dirty="0"/>
          </a:p>
        </p:txBody>
      </p:sp>
      <p:pic>
        <p:nvPicPr>
          <p:cNvPr id="5" name="Picture 4">
            <a:extLst>
              <a:ext uri="{FF2B5EF4-FFF2-40B4-BE49-F238E27FC236}">
                <a16:creationId xmlns:a16="http://schemas.microsoft.com/office/drawing/2014/main" id="{8C35EDEB-6A59-4D5F-BCF1-7229BC05BA3D}"/>
              </a:ext>
            </a:extLst>
          </p:cNvPr>
          <p:cNvPicPr>
            <a:picLocks noChangeAspect="1"/>
          </p:cNvPicPr>
          <p:nvPr/>
        </p:nvPicPr>
        <p:blipFill>
          <a:blip r:embed="rId3"/>
          <a:stretch>
            <a:fillRect/>
          </a:stretch>
        </p:blipFill>
        <p:spPr>
          <a:xfrm>
            <a:off x="739239" y="1963392"/>
            <a:ext cx="6610350" cy="3143250"/>
          </a:xfrm>
          <a:prstGeom prst="rect">
            <a:avLst/>
          </a:prstGeom>
        </p:spPr>
      </p:pic>
      <p:pic>
        <p:nvPicPr>
          <p:cNvPr id="7" name="Picture 6">
            <a:extLst>
              <a:ext uri="{FF2B5EF4-FFF2-40B4-BE49-F238E27FC236}">
                <a16:creationId xmlns:a16="http://schemas.microsoft.com/office/drawing/2014/main" id="{4BD3A76B-E5E4-45E1-8A58-4260662F8DFB}"/>
              </a:ext>
            </a:extLst>
          </p:cNvPr>
          <p:cNvPicPr>
            <a:picLocks noChangeAspect="1"/>
          </p:cNvPicPr>
          <p:nvPr/>
        </p:nvPicPr>
        <p:blipFill>
          <a:blip r:embed="rId4"/>
          <a:stretch>
            <a:fillRect/>
          </a:stretch>
        </p:blipFill>
        <p:spPr>
          <a:xfrm>
            <a:off x="5356761" y="3429000"/>
            <a:ext cx="6096000" cy="2428875"/>
          </a:xfrm>
          <a:prstGeom prst="rect">
            <a:avLst/>
          </a:prstGeom>
        </p:spPr>
      </p:pic>
    </p:spTree>
    <p:extLst>
      <p:ext uri="{BB962C8B-B14F-4D97-AF65-F5344CB8AC3E}">
        <p14:creationId xmlns:p14="http://schemas.microsoft.com/office/powerpoint/2010/main" val="1076713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Linking external lib XYZ</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a:t>
            </a:fld>
            <a:endParaRPr lang="en-US" dirty="0"/>
          </a:p>
        </p:txBody>
      </p:sp>
      <p:pic>
        <p:nvPicPr>
          <p:cNvPr id="5" name="Picture 4">
            <a:extLst>
              <a:ext uri="{FF2B5EF4-FFF2-40B4-BE49-F238E27FC236}">
                <a16:creationId xmlns:a16="http://schemas.microsoft.com/office/drawing/2014/main" id="{434B8C7A-AB57-4991-B778-E88870C56F1A}"/>
              </a:ext>
            </a:extLst>
          </p:cNvPr>
          <p:cNvPicPr>
            <a:picLocks noChangeAspect="1"/>
          </p:cNvPicPr>
          <p:nvPr/>
        </p:nvPicPr>
        <p:blipFill>
          <a:blip r:embed="rId3"/>
          <a:stretch>
            <a:fillRect/>
          </a:stretch>
        </p:blipFill>
        <p:spPr>
          <a:xfrm>
            <a:off x="403252" y="1619714"/>
            <a:ext cx="6515100" cy="4105275"/>
          </a:xfrm>
          <a:prstGeom prst="rect">
            <a:avLst/>
          </a:prstGeom>
        </p:spPr>
      </p:pic>
      <p:pic>
        <p:nvPicPr>
          <p:cNvPr id="7" name="Picture 6">
            <a:extLst>
              <a:ext uri="{FF2B5EF4-FFF2-40B4-BE49-F238E27FC236}">
                <a16:creationId xmlns:a16="http://schemas.microsoft.com/office/drawing/2014/main" id="{4CD7D011-FEDE-4516-9F2E-0273C7F3DB7A}"/>
              </a:ext>
            </a:extLst>
          </p:cNvPr>
          <p:cNvPicPr>
            <a:picLocks noChangeAspect="1"/>
          </p:cNvPicPr>
          <p:nvPr/>
        </p:nvPicPr>
        <p:blipFill>
          <a:blip r:embed="rId4"/>
          <a:stretch>
            <a:fillRect/>
          </a:stretch>
        </p:blipFill>
        <p:spPr>
          <a:xfrm>
            <a:off x="5844850" y="1619714"/>
            <a:ext cx="5667375" cy="3562350"/>
          </a:xfrm>
          <a:prstGeom prst="rect">
            <a:avLst/>
          </a:prstGeom>
        </p:spPr>
      </p:pic>
    </p:spTree>
    <p:extLst>
      <p:ext uri="{BB962C8B-B14F-4D97-AF65-F5344CB8AC3E}">
        <p14:creationId xmlns:p14="http://schemas.microsoft.com/office/powerpoint/2010/main" val="2660056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a:t>
            </a:fld>
            <a:endParaRPr lang="en-US" dirty="0"/>
          </a:p>
        </p:txBody>
      </p:sp>
      <p:pic>
        <p:nvPicPr>
          <p:cNvPr id="5" name="Picture 4">
            <a:extLst>
              <a:ext uri="{FF2B5EF4-FFF2-40B4-BE49-F238E27FC236}">
                <a16:creationId xmlns:a16="http://schemas.microsoft.com/office/drawing/2014/main" id="{538936C6-2564-4D88-B1B4-E21CBF9C0206}"/>
              </a:ext>
            </a:extLst>
          </p:cNvPr>
          <p:cNvPicPr>
            <a:picLocks noChangeAspect="1"/>
          </p:cNvPicPr>
          <p:nvPr/>
        </p:nvPicPr>
        <p:blipFill>
          <a:blip r:embed="rId3"/>
          <a:stretch>
            <a:fillRect/>
          </a:stretch>
        </p:blipFill>
        <p:spPr>
          <a:xfrm>
            <a:off x="275237" y="1324161"/>
            <a:ext cx="6905625" cy="2847975"/>
          </a:xfrm>
          <a:prstGeom prst="rect">
            <a:avLst/>
          </a:prstGeom>
        </p:spPr>
      </p:pic>
      <p:pic>
        <p:nvPicPr>
          <p:cNvPr id="9" name="Picture 8">
            <a:extLst>
              <a:ext uri="{FF2B5EF4-FFF2-40B4-BE49-F238E27FC236}">
                <a16:creationId xmlns:a16="http://schemas.microsoft.com/office/drawing/2014/main" id="{C28C4642-9D8A-49E0-9298-34C8B5D3B4B4}"/>
              </a:ext>
            </a:extLst>
          </p:cNvPr>
          <p:cNvPicPr>
            <a:picLocks noChangeAspect="1"/>
          </p:cNvPicPr>
          <p:nvPr/>
        </p:nvPicPr>
        <p:blipFill>
          <a:blip r:embed="rId4"/>
          <a:stretch>
            <a:fillRect/>
          </a:stretch>
        </p:blipFill>
        <p:spPr>
          <a:xfrm>
            <a:off x="4750297" y="2418202"/>
            <a:ext cx="7286625" cy="4086225"/>
          </a:xfrm>
          <a:prstGeom prst="rect">
            <a:avLst/>
          </a:prstGeom>
        </p:spPr>
      </p:pic>
    </p:spTree>
    <p:extLst>
      <p:ext uri="{BB962C8B-B14F-4D97-AF65-F5344CB8AC3E}">
        <p14:creationId xmlns:p14="http://schemas.microsoft.com/office/powerpoint/2010/main" val="4256018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Common trend</a:t>
            </a:r>
          </a:p>
          <a:p>
            <a:pPr marL="742950" lvl="1" indent="-342900">
              <a:buBlip>
                <a:blip r:embed="rId2"/>
              </a:buBlip>
            </a:pPr>
            <a:r>
              <a:rPr lang="en-US" altLang="zh-TW" dirty="0">
                <a:solidFill>
                  <a:srgbClr val="4E5865"/>
                </a:solidFill>
                <a:latin typeface="Courier New"/>
                <a:ea typeface="新細明體"/>
                <a:cs typeface="Courier New"/>
              </a:rPr>
              <a:t>In *</a:t>
            </a:r>
            <a:r>
              <a:rPr lang="en-US" altLang="zh-TW" dirty="0" err="1">
                <a:solidFill>
                  <a:srgbClr val="4E5865"/>
                </a:solidFill>
                <a:latin typeface="Courier New"/>
                <a:ea typeface="新細明體"/>
                <a:cs typeface="Courier New"/>
              </a:rPr>
              <a:t>Congif.cmake</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a:t>
            </a:fld>
            <a:endParaRPr lang="en-US" dirty="0"/>
          </a:p>
        </p:txBody>
      </p:sp>
      <p:pic>
        <p:nvPicPr>
          <p:cNvPr id="5" name="Picture 4">
            <a:extLst>
              <a:ext uri="{FF2B5EF4-FFF2-40B4-BE49-F238E27FC236}">
                <a16:creationId xmlns:a16="http://schemas.microsoft.com/office/drawing/2014/main" id="{245AF87E-9C33-4230-9CD0-D43B8EA388A6}"/>
              </a:ext>
            </a:extLst>
          </p:cNvPr>
          <p:cNvPicPr>
            <a:picLocks noChangeAspect="1"/>
          </p:cNvPicPr>
          <p:nvPr/>
        </p:nvPicPr>
        <p:blipFill>
          <a:blip r:embed="rId3"/>
          <a:stretch>
            <a:fillRect/>
          </a:stretch>
        </p:blipFill>
        <p:spPr>
          <a:xfrm>
            <a:off x="2357437" y="2511907"/>
            <a:ext cx="7477125" cy="3609975"/>
          </a:xfrm>
          <a:prstGeom prst="rect">
            <a:avLst/>
          </a:prstGeom>
        </p:spPr>
      </p:pic>
    </p:spTree>
    <p:extLst>
      <p:ext uri="{BB962C8B-B14F-4D97-AF65-F5344CB8AC3E}">
        <p14:creationId xmlns:p14="http://schemas.microsoft.com/office/powerpoint/2010/main" val="449799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13</a:t>
            </a:fld>
            <a:endParaRPr lang="en-US" dirty="0"/>
          </a:p>
        </p:txBody>
      </p:sp>
      <p:pic>
        <p:nvPicPr>
          <p:cNvPr id="5" name="Picture 4">
            <a:extLst>
              <a:ext uri="{FF2B5EF4-FFF2-40B4-BE49-F238E27FC236}">
                <a16:creationId xmlns:a16="http://schemas.microsoft.com/office/drawing/2014/main" id="{2D947702-23E1-459B-8E21-8023E942FD19}"/>
              </a:ext>
            </a:extLst>
          </p:cNvPr>
          <p:cNvPicPr>
            <a:picLocks noChangeAspect="1"/>
          </p:cNvPicPr>
          <p:nvPr/>
        </p:nvPicPr>
        <p:blipFill>
          <a:blip r:embed="rId3"/>
          <a:stretch>
            <a:fillRect/>
          </a:stretch>
        </p:blipFill>
        <p:spPr>
          <a:xfrm>
            <a:off x="739239" y="1613659"/>
            <a:ext cx="6477000" cy="2676525"/>
          </a:xfrm>
          <a:prstGeom prst="rect">
            <a:avLst/>
          </a:prstGeom>
        </p:spPr>
      </p:pic>
    </p:spTree>
    <p:extLst>
      <p:ext uri="{BB962C8B-B14F-4D97-AF65-F5344CB8AC3E}">
        <p14:creationId xmlns:p14="http://schemas.microsoft.com/office/powerpoint/2010/main" val="835107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Package with pkg</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14</a:t>
            </a:fld>
            <a:endParaRPr lang="en-US" dirty="0"/>
          </a:p>
        </p:txBody>
      </p:sp>
      <p:pic>
        <p:nvPicPr>
          <p:cNvPr id="5" name="Picture 4">
            <a:extLst>
              <a:ext uri="{FF2B5EF4-FFF2-40B4-BE49-F238E27FC236}">
                <a16:creationId xmlns:a16="http://schemas.microsoft.com/office/drawing/2014/main" id="{9CE26E6E-F30B-449B-AB6D-C078BD9EFEAB}"/>
              </a:ext>
            </a:extLst>
          </p:cNvPr>
          <p:cNvPicPr>
            <a:picLocks noChangeAspect="1"/>
          </p:cNvPicPr>
          <p:nvPr/>
        </p:nvPicPr>
        <p:blipFill>
          <a:blip r:embed="rId3"/>
          <a:stretch>
            <a:fillRect/>
          </a:stretch>
        </p:blipFill>
        <p:spPr>
          <a:xfrm>
            <a:off x="403252" y="1790907"/>
            <a:ext cx="6076950" cy="3514725"/>
          </a:xfrm>
          <a:prstGeom prst="rect">
            <a:avLst/>
          </a:prstGeom>
        </p:spPr>
      </p:pic>
      <p:pic>
        <p:nvPicPr>
          <p:cNvPr id="7" name="Picture 6">
            <a:extLst>
              <a:ext uri="{FF2B5EF4-FFF2-40B4-BE49-F238E27FC236}">
                <a16:creationId xmlns:a16="http://schemas.microsoft.com/office/drawing/2014/main" id="{6C317372-BC2A-4FB9-8C91-E4EF722C7022}"/>
              </a:ext>
            </a:extLst>
          </p:cNvPr>
          <p:cNvPicPr>
            <a:picLocks noChangeAspect="1"/>
          </p:cNvPicPr>
          <p:nvPr/>
        </p:nvPicPr>
        <p:blipFill>
          <a:blip r:embed="rId4"/>
          <a:stretch>
            <a:fillRect/>
          </a:stretch>
        </p:blipFill>
        <p:spPr>
          <a:xfrm>
            <a:off x="6347150" y="1976187"/>
            <a:ext cx="5343525" cy="3257550"/>
          </a:xfrm>
          <a:prstGeom prst="rect">
            <a:avLst/>
          </a:prstGeom>
        </p:spPr>
      </p:pic>
    </p:spTree>
    <p:extLst>
      <p:ext uri="{BB962C8B-B14F-4D97-AF65-F5344CB8AC3E}">
        <p14:creationId xmlns:p14="http://schemas.microsoft.com/office/powerpoint/2010/main" val="2363147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15</a:t>
            </a:fld>
            <a:endParaRPr lang="en-US" dirty="0"/>
          </a:p>
        </p:txBody>
      </p:sp>
      <p:pic>
        <p:nvPicPr>
          <p:cNvPr id="5" name="Picture 4">
            <a:extLst>
              <a:ext uri="{FF2B5EF4-FFF2-40B4-BE49-F238E27FC236}">
                <a16:creationId xmlns:a16="http://schemas.microsoft.com/office/drawing/2014/main" id="{90E0496A-1AA6-41EF-B2C8-9F184A06934F}"/>
              </a:ext>
            </a:extLst>
          </p:cNvPr>
          <p:cNvPicPr>
            <a:picLocks noChangeAspect="1"/>
          </p:cNvPicPr>
          <p:nvPr/>
        </p:nvPicPr>
        <p:blipFill>
          <a:blip r:embed="rId3"/>
          <a:stretch>
            <a:fillRect/>
          </a:stretch>
        </p:blipFill>
        <p:spPr>
          <a:xfrm>
            <a:off x="1102207" y="1443658"/>
            <a:ext cx="6886575" cy="2857500"/>
          </a:xfrm>
          <a:prstGeom prst="rect">
            <a:avLst/>
          </a:prstGeom>
        </p:spPr>
      </p:pic>
      <p:pic>
        <p:nvPicPr>
          <p:cNvPr id="7" name="Picture 6">
            <a:extLst>
              <a:ext uri="{FF2B5EF4-FFF2-40B4-BE49-F238E27FC236}">
                <a16:creationId xmlns:a16="http://schemas.microsoft.com/office/drawing/2014/main" id="{43FB5C3A-FFE5-4387-84F4-FE0672378DBA}"/>
              </a:ext>
            </a:extLst>
          </p:cNvPr>
          <p:cNvPicPr>
            <a:picLocks noChangeAspect="1"/>
          </p:cNvPicPr>
          <p:nvPr/>
        </p:nvPicPr>
        <p:blipFill>
          <a:blip r:embed="rId4"/>
          <a:stretch>
            <a:fillRect/>
          </a:stretch>
        </p:blipFill>
        <p:spPr>
          <a:xfrm>
            <a:off x="2968089" y="3622143"/>
            <a:ext cx="8286750" cy="3400425"/>
          </a:xfrm>
          <a:prstGeom prst="rect">
            <a:avLst/>
          </a:prstGeom>
        </p:spPr>
      </p:pic>
    </p:spTree>
    <p:extLst>
      <p:ext uri="{BB962C8B-B14F-4D97-AF65-F5344CB8AC3E}">
        <p14:creationId xmlns:p14="http://schemas.microsoft.com/office/powerpoint/2010/main" val="116045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The modules are found – it will set variables for us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16</a:t>
            </a:fld>
            <a:endParaRPr lang="en-US" dirty="0"/>
          </a:p>
        </p:txBody>
      </p:sp>
      <p:pic>
        <p:nvPicPr>
          <p:cNvPr id="5" name="Picture 4">
            <a:extLst>
              <a:ext uri="{FF2B5EF4-FFF2-40B4-BE49-F238E27FC236}">
                <a16:creationId xmlns:a16="http://schemas.microsoft.com/office/drawing/2014/main" id="{59FD5993-037C-46F4-8572-B294F54A142C}"/>
              </a:ext>
            </a:extLst>
          </p:cNvPr>
          <p:cNvPicPr>
            <a:picLocks noChangeAspect="1"/>
          </p:cNvPicPr>
          <p:nvPr/>
        </p:nvPicPr>
        <p:blipFill>
          <a:blip r:embed="rId3"/>
          <a:stretch>
            <a:fillRect/>
          </a:stretch>
        </p:blipFill>
        <p:spPr>
          <a:xfrm>
            <a:off x="403252" y="1619043"/>
            <a:ext cx="7505700" cy="2771775"/>
          </a:xfrm>
          <a:prstGeom prst="rect">
            <a:avLst/>
          </a:prstGeom>
        </p:spPr>
      </p:pic>
      <p:pic>
        <p:nvPicPr>
          <p:cNvPr id="7" name="Picture 6">
            <a:extLst>
              <a:ext uri="{FF2B5EF4-FFF2-40B4-BE49-F238E27FC236}">
                <a16:creationId xmlns:a16="http://schemas.microsoft.com/office/drawing/2014/main" id="{B81DF316-B8A6-4070-8785-5F294821B027}"/>
              </a:ext>
            </a:extLst>
          </p:cNvPr>
          <p:cNvPicPr>
            <a:picLocks noChangeAspect="1"/>
          </p:cNvPicPr>
          <p:nvPr/>
        </p:nvPicPr>
        <p:blipFill>
          <a:blip r:embed="rId4"/>
          <a:stretch>
            <a:fillRect/>
          </a:stretch>
        </p:blipFill>
        <p:spPr>
          <a:xfrm>
            <a:off x="6096000" y="3401673"/>
            <a:ext cx="5467350" cy="2962275"/>
          </a:xfrm>
          <a:prstGeom prst="rect">
            <a:avLst/>
          </a:prstGeom>
        </p:spPr>
      </p:pic>
      <p:pic>
        <p:nvPicPr>
          <p:cNvPr id="9" name="Picture 8">
            <a:extLst>
              <a:ext uri="{FF2B5EF4-FFF2-40B4-BE49-F238E27FC236}">
                <a16:creationId xmlns:a16="http://schemas.microsoft.com/office/drawing/2014/main" id="{A30BD9CE-9CD9-46DC-B266-C4BEF43BA928}"/>
              </a:ext>
            </a:extLst>
          </p:cNvPr>
          <p:cNvPicPr>
            <a:picLocks noChangeAspect="1"/>
          </p:cNvPicPr>
          <p:nvPr/>
        </p:nvPicPr>
        <p:blipFill>
          <a:blip r:embed="rId5"/>
          <a:stretch>
            <a:fillRect/>
          </a:stretch>
        </p:blipFill>
        <p:spPr>
          <a:xfrm>
            <a:off x="628650" y="4558244"/>
            <a:ext cx="7448550" cy="2333625"/>
          </a:xfrm>
          <a:prstGeom prst="rect">
            <a:avLst/>
          </a:prstGeom>
        </p:spPr>
      </p:pic>
    </p:spTree>
    <p:extLst>
      <p:ext uri="{BB962C8B-B14F-4D97-AF65-F5344CB8AC3E}">
        <p14:creationId xmlns:p14="http://schemas.microsoft.com/office/powerpoint/2010/main" val="380944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17</a:t>
            </a:fld>
            <a:endParaRPr lang="en-US" dirty="0"/>
          </a:p>
        </p:txBody>
      </p:sp>
      <p:pic>
        <p:nvPicPr>
          <p:cNvPr id="5" name="Picture 4">
            <a:extLst>
              <a:ext uri="{FF2B5EF4-FFF2-40B4-BE49-F238E27FC236}">
                <a16:creationId xmlns:a16="http://schemas.microsoft.com/office/drawing/2014/main" id="{15A2DBB2-E795-4CC2-8AD2-AC68DBB7701E}"/>
              </a:ext>
            </a:extLst>
          </p:cNvPr>
          <p:cNvPicPr>
            <a:picLocks noChangeAspect="1"/>
          </p:cNvPicPr>
          <p:nvPr/>
        </p:nvPicPr>
        <p:blipFill>
          <a:blip r:embed="rId3"/>
          <a:stretch>
            <a:fillRect/>
          </a:stretch>
        </p:blipFill>
        <p:spPr>
          <a:xfrm>
            <a:off x="2681287" y="1414462"/>
            <a:ext cx="6829425" cy="4029075"/>
          </a:xfrm>
          <a:prstGeom prst="rect">
            <a:avLst/>
          </a:prstGeom>
        </p:spPr>
      </p:pic>
    </p:spTree>
    <p:extLst>
      <p:ext uri="{BB962C8B-B14F-4D97-AF65-F5344CB8AC3E}">
        <p14:creationId xmlns:p14="http://schemas.microsoft.com/office/powerpoint/2010/main" val="3539614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We can modify the path – better append than overwrite</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18</a:t>
            </a:fld>
            <a:endParaRPr lang="en-US" dirty="0"/>
          </a:p>
        </p:txBody>
      </p:sp>
      <p:pic>
        <p:nvPicPr>
          <p:cNvPr id="5" name="Picture 4">
            <a:extLst>
              <a:ext uri="{FF2B5EF4-FFF2-40B4-BE49-F238E27FC236}">
                <a16:creationId xmlns:a16="http://schemas.microsoft.com/office/drawing/2014/main" id="{D6339C0A-7AE6-4AA2-A346-6422B8B8AB19}"/>
              </a:ext>
            </a:extLst>
          </p:cNvPr>
          <p:cNvPicPr>
            <a:picLocks noChangeAspect="1"/>
          </p:cNvPicPr>
          <p:nvPr/>
        </p:nvPicPr>
        <p:blipFill>
          <a:blip r:embed="rId3"/>
          <a:stretch>
            <a:fillRect/>
          </a:stretch>
        </p:blipFill>
        <p:spPr>
          <a:xfrm>
            <a:off x="587810" y="1461247"/>
            <a:ext cx="6934200" cy="3152775"/>
          </a:xfrm>
          <a:prstGeom prst="rect">
            <a:avLst/>
          </a:prstGeom>
        </p:spPr>
      </p:pic>
      <p:pic>
        <p:nvPicPr>
          <p:cNvPr id="7" name="Picture 6">
            <a:extLst>
              <a:ext uri="{FF2B5EF4-FFF2-40B4-BE49-F238E27FC236}">
                <a16:creationId xmlns:a16="http://schemas.microsoft.com/office/drawing/2014/main" id="{6A4B7736-3C7C-477C-825E-B299BF2D2E62}"/>
              </a:ext>
            </a:extLst>
          </p:cNvPr>
          <p:cNvPicPr>
            <a:picLocks noChangeAspect="1"/>
          </p:cNvPicPr>
          <p:nvPr/>
        </p:nvPicPr>
        <p:blipFill>
          <a:blip r:embed="rId4"/>
          <a:stretch>
            <a:fillRect/>
          </a:stretch>
        </p:blipFill>
        <p:spPr>
          <a:xfrm>
            <a:off x="4701623" y="2442581"/>
            <a:ext cx="8086725" cy="4124325"/>
          </a:xfrm>
          <a:prstGeom prst="rect">
            <a:avLst/>
          </a:prstGeom>
        </p:spPr>
      </p:pic>
    </p:spTree>
    <p:extLst>
      <p:ext uri="{BB962C8B-B14F-4D97-AF65-F5344CB8AC3E}">
        <p14:creationId xmlns:p14="http://schemas.microsoft.com/office/powerpoint/2010/main" val="2020871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When no config nor pc files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19</a:t>
            </a:fld>
            <a:endParaRPr lang="en-US" dirty="0"/>
          </a:p>
        </p:txBody>
      </p:sp>
      <p:pic>
        <p:nvPicPr>
          <p:cNvPr id="5" name="Picture 4">
            <a:extLst>
              <a:ext uri="{FF2B5EF4-FFF2-40B4-BE49-F238E27FC236}">
                <a16:creationId xmlns:a16="http://schemas.microsoft.com/office/drawing/2014/main" id="{3725C299-17C0-42B4-A8D4-B46E446B041E}"/>
              </a:ext>
            </a:extLst>
          </p:cNvPr>
          <p:cNvPicPr>
            <a:picLocks noChangeAspect="1"/>
          </p:cNvPicPr>
          <p:nvPr/>
        </p:nvPicPr>
        <p:blipFill>
          <a:blip r:embed="rId3"/>
          <a:stretch>
            <a:fillRect/>
          </a:stretch>
        </p:blipFill>
        <p:spPr>
          <a:xfrm>
            <a:off x="2428875" y="1514475"/>
            <a:ext cx="7334250" cy="3829050"/>
          </a:xfrm>
          <a:prstGeom prst="rect">
            <a:avLst/>
          </a:prstGeom>
        </p:spPr>
      </p:pic>
    </p:spTree>
    <p:extLst>
      <p:ext uri="{BB962C8B-B14F-4D97-AF65-F5344CB8AC3E}">
        <p14:creationId xmlns:p14="http://schemas.microsoft.com/office/powerpoint/2010/main" val="1205636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Simplest way – provide full path during linking</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20</a:t>
            </a:fld>
            <a:endParaRPr lang="en-US" dirty="0"/>
          </a:p>
        </p:txBody>
      </p:sp>
      <p:pic>
        <p:nvPicPr>
          <p:cNvPr id="9" name="Picture 8">
            <a:extLst>
              <a:ext uri="{FF2B5EF4-FFF2-40B4-BE49-F238E27FC236}">
                <a16:creationId xmlns:a16="http://schemas.microsoft.com/office/drawing/2014/main" id="{D2CBACC1-04DE-437A-B833-6FD0CAFDCE4C}"/>
              </a:ext>
            </a:extLst>
          </p:cNvPr>
          <p:cNvPicPr>
            <a:picLocks noChangeAspect="1"/>
          </p:cNvPicPr>
          <p:nvPr/>
        </p:nvPicPr>
        <p:blipFill>
          <a:blip r:embed="rId3"/>
          <a:stretch>
            <a:fillRect/>
          </a:stretch>
        </p:blipFill>
        <p:spPr>
          <a:xfrm>
            <a:off x="4609023" y="3502033"/>
            <a:ext cx="7039638" cy="3332215"/>
          </a:xfrm>
          <a:prstGeom prst="rect">
            <a:avLst/>
          </a:prstGeom>
        </p:spPr>
      </p:pic>
      <p:pic>
        <p:nvPicPr>
          <p:cNvPr id="12" name="Picture 11">
            <a:extLst>
              <a:ext uri="{FF2B5EF4-FFF2-40B4-BE49-F238E27FC236}">
                <a16:creationId xmlns:a16="http://schemas.microsoft.com/office/drawing/2014/main" id="{7689B91D-A13E-4AB9-8B6A-0B0D81599995}"/>
              </a:ext>
            </a:extLst>
          </p:cNvPr>
          <p:cNvPicPr>
            <a:picLocks noChangeAspect="1"/>
          </p:cNvPicPr>
          <p:nvPr/>
        </p:nvPicPr>
        <p:blipFill>
          <a:blip r:embed="rId4"/>
          <a:stretch>
            <a:fillRect/>
          </a:stretch>
        </p:blipFill>
        <p:spPr>
          <a:xfrm>
            <a:off x="403252" y="1357214"/>
            <a:ext cx="5825270" cy="2631523"/>
          </a:xfrm>
          <a:prstGeom prst="rect">
            <a:avLst/>
          </a:prstGeom>
        </p:spPr>
      </p:pic>
    </p:spTree>
    <p:extLst>
      <p:ext uri="{BB962C8B-B14F-4D97-AF65-F5344CB8AC3E}">
        <p14:creationId xmlns:p14="http://schemas.microsoft.com/office/powerpoint/2010/main" val="2448329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Instead of a lot of paths (the same) we can specify the list of dirs. For searching the paths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21</a:t>
            </a:fld>
            <a:endParaRPr lang="en-US" dirty="0"/>
          </a:p>
        </p:txBody>
      </p:sp>
      <p:pic>
        <p:nvPicPr>
          <p:cNvPr id="5" name="Picture 4">
            <a:extLst>
              <a:ext uri="{FF2B5EF4-FFF2-40B4-BE49-F238E27FC236}">
                <a16:creationId xmlns:a16="http://schemas.microsoft.com/office/drawing/2014/main" id="{9A491536-B01C-4841-8CD9-1C71E0354489}"/>
              </a:ext>
            </a:extLst>
          </p:cNvPr>
          <p:cNvPicPr>
            <a:picLocks noChangeAspect="1"/>
          </p:cNvPicPr>
          <p:nvPr/>
        </p:nvPicPr>
        <p:blipFill>
          <a:blip r:embed="rId3"/>
          <a:stretch>
            <a:fillRect/>
          </a:stretch>
        </p:blipFill>
        <p:spPr>
          <a:xfrm>
            <a:off x="275237" y="1814926"/>
            <a:ext cx="6600825" cy="4305300"/>
          </a:xfrm>
          <a:prstGeom prst="rect">
            <a:avLst/>
          </a:prstGeom>
        </p:spPr>
      </p:pic>
      <p:pic>
        <p:nvPicPr>
          <p:cNvPr id="7" name="Picture 6">
            <a:extLst>
              <a:ext uri="{FF2B5EF4-FFF2-40B4-BE49-F238E27FC236}">
                <a16:creationId xmlns:a16="http://schemas.microsoft.com/office/drawing/2014/main" id="{1271C09E-5FA2-4358-9EF5-37B058AD8111}"/>
              </a:ext>
            </a:extLst>
          </p:cNvPr>
          <p:cNvPicPr>
            <a:picLocks noChangeAspect="1"/>
          </p:cNvPicPr>
          <p:nvPr/>
        </p:nvPicPr>
        <p:blipFill>
          <a:blip r:embed="rId4"/>
          <a:stretch>
            <a:fillRect/>
          </a:stretch>
        </p:blipFill>
        <p:spPr>
          <a:xfrm>
            <a:off x="5592163" y="3043651"/>
            <a:ext cx="6324600" cy="3076575"/>
          </a:xfrm>
          <a:prstGeom prst="rect">
            <a:avLst/>
          </a:prstGeom>
        </p:spPr>
      </p:pic>
    </p:spTree>
    <p:extLst>
      <p:ext uri="{BB962C8B-B14F-4D97-AF65-F5344CB8AC3E}">
        <p14:creationId xmlns:p14="http://schemas.microsoft.com/office/powerpoint/2010/main" val="2640628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22</a:t>
            </a:fld>
            <a:endParaRPr lang="en-US" dirty="0"/>
          </a:p>
        </p:txBody>
      </p:sp>
      <p:pic>
        <p:nvPicPr>
          <p:cNvPr id="5" name="Picture 4">
            <a:extLst>
              <a:ext uri="{FF2B5EF4-FFF2-40B4-BE49-F238E27FC236}">
                <a16:creationId xmlns:a16="http://schemas.microsoft.com/office/drawing/2014/main" id="{AE722340-D1A0-4E53-A8CE-B04E5932BDE3}"/>
              </a:ext>
            </a:extLst>
          </p:cNvPr>
          <p:cNvPicPr>
            <a:picLocks noChangeAspect="1"/>
          </p:cNvPicPr>
          <p:nvPr/>
        </p:nvPicPr>
        <p:blipFill>
          <a:blip r:embed="rId3"/>
          <a:stretch>
            <a:fillRect/>
          </a:stretch>
        </p:blipFill>
        <p:spPr>
          <a:xfrm>
            <a:off x="2647950" y="1528762"/>
            <a:ext cx="6896100" cy="3800475"/>
          </a:xfrm>
          <a:prstGeom prst="rect">
            <a:avLst/>
          </a:prstGeom>
        </p:spPr>
      </p:pic>
    </p:spTree>
    <p:extLst>
      <p:ext uri="{BB962C8B-B14F-4D97-AF65-F5344CB8AC3E}">
        <p14:creationId xmlns:p14="http://schemas.microsoft.com/office/powerpoint/2010/main" val="1507727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For complicated structure</a:t>
            </a:r>
          </a:p>
          <a:p>
            <a:pPr marL="742950" lvl="1" indent="-342900">
              <a:buBlip>
                <a:blip r:embed="rId2"/>
              </a:buBlip>
            </a:pPr>
            <a:r>
              <a:rPr lang="en-US" altLang="zh-TW" dirty="0">
                <a:solidFill>
                  <a:srgbClr val="4E5865"/>
                </a:solidFill>
                <a:latin typeface="Courier New"/>
                <a:ea typeface="新細明體"/>
                <a:cs typeface="Courier New"/>
              </a:rPr>
              <a:t>Find library – takes lib name and probable paths where it can exist, once found – location stored in variable</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23</a:t>
            </a:fld>
            <a:endParaRPr lang="en-US" dirty="0"/>
          </a:p>
        </p:txBody>
      </p:sp>
      <p:pic>
        <p:nvPicPr>
          <p:cNvPr id="5" name="Picture 4">
            <a:extLst>
              <a:ext uri="{FF2B5EF4-FFF2-40B4-BE49-F238E27FC236}">
                <a16:creationId xmlns:a16="http://schemas.microsoft.com/office/drawing/2014/main" id="{9D236684-E1F8-4417-BBC4-C6809D22E132}"/>
              </a:ext>
            </a:extLst>
          </p:cNvPr>
          <p:cNvPicPr>
            <a:picLocks noChangeAspect="1"/>
          </p:cNvPicPr>
          <p:nvPr/>
        </p:nvPicPr>
        <p:blipFill>
          <a:blip r:embed="rId3"/>
          <a:stretch>
            <a:fillRect/>
          </a:stretch>
        </p:blipFill>
        <p:spPr>
          <a:xfrm>
            <a:off x="403252" y="1929277"/>
            <a:ext cx="5829300" cy="3486150"/>
          </a:xfrm>
          <a:prstGeom prst="rect">
            <a:avLst/>
          </a:prstGeom>
        </p:spPr>
      </p:pic>
      <p:pic>
        <p:nvPicPr>
          <p:cNvPr id="7" name="Picture 6">
            <a:extLst>
              <a:ext uri="{FF2B5EF4-FFF2-40B4-BE49-F238E27FC236}">
                <a16:creationId xmlns:a16="http://schemas.microsoft.com/office/drawing/2014/main" id="{682CB54A-EE3A-4D6C-8831-2516F6973F08}"/>
              </a:ext>
            </a:extLst>
          </p:cNvPr>
          <p:cNvPicPr>
            <a:picLocks noChangeAspect="1"/>
          </p:cNvPicPr>
          <p:nvPr/>
        </p:nvPicPr>
        <p:blipFill>
          <a:blip r:embed="rId4"/>
          <a:stretch>
            <a:fillRect/>
          </a:stretch>
        </p:blipFill>
        <p:spPr>
          <a:xfrm>
            <a:off x="4515424" y="3533775"/>
            <a:ext cx="7467600" cy="3324225"/>
          </a:xfrm>
          <a:prstGeom prst="rect">
            <a:avLst/>
          </a:prstGeom>
        </p:spPr>
      </p:pic>
    </p:spTree>
    <p:extLst>
      <p:ext uri="{BB962C8B-B14F-4D97-AF65-F5344CB8AC3E}">
        <p14:creationId xmlns:p14="http://schemas.microsoft.com/office/powerpoint/2010/main" val="3221678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24</a:t>
            </a:fld>
            <a:endParaRPr lang="en-US" dirty="0"/>
          </a:p>
        </p:txBody>
      </p:sp>
      <p:pic>
        <p:nvPicPr>
          <p:cNvPr id="5" name="Picture 4">
            <a:extLst>
              <a:ext uri="{FF2B5EF4-FFF2-40B4-BE49-F238E27FC236}">
                <a16:creationId xmlns:a16="http://schemas.microsoft.com/office/drawing/2014/main" id="{46888C98-EB34-4BFE-842E-516FAB30E8A7}"/>
              </a:ext>
            </a:extLst>
          </p:cNvPr>
          <p:cNvPicPr>
            <a:picLocks noChangeAspect="1"/>
          </p:cNvPicPr>
          <p:nvPr/>
        </p:nvPicPr>
        <p:blipFill>
          <a:blip r:embed="rId3"/>
          <a:stretch>
            <a:fillRect/>
          </a:stretch>
        </p:blipFill>
        <p:spPr>
          <a:xfrm>
            <a:off x="-202303" y="1294818"/>
            <a:ext cx="6924675" cy="2733675"/>
          </a:xfrm>
          <a:prstGeom prst="rect">
            <a:avLst/>
          </a:prstGeom>
        </p:spPr>
      </p:pic>
      <p:pic>
        <p:nvPicPr>
          <p:cNvPr id="7" name="Picture 6">
            <a:extLst>
              <a:ext uri="{FF2B5EF4-FFF2-40B4-BE49-F238E27FC236}">
                <a16:creationId xmlns:a16="http://schemas.microsoft.com/office/drawing/2014/main" id="{7EFFE589-88E6-466C-9AA5-D185E7690B04}"/>
              </a:ext>
            </a:extLst>
          </p:cNvPr>
          <p:cNvPicPr>
            <a:picLocks noChangeAspect="1"/>
          </p:cNvPicPr>
          <p:nvPr/>
        </p:nvPicPr>
        <p:blipFill>
          <a:blip r:embed="rId4"/>
          <a:stretch>
            <a:fillRect/>
          </a:stretch>
        </p:blipFill>
        <p:spPr>
          <a:xfrm>
            <a:off x="4372962" y="2661656"/>
            <a:ext cx="7543800" cy="3905250"/>
          </a:xfrm>
          <a:prstGeom prst="rect">
            <a:avLst/>
          </a:prstGeom>
        </p:spPr>
      </p:pic>
    </p:spTree>
    <p:extLst>
      <p:ext uri="{BB962C8B-B14F-4D97-AF65-F5344CB8AC3E}">
        <p14:creationId xmlns:p14="http://schemas.microsoft.com/office/powerpoint/2010/main" val="3656878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What is lib in subdirectory, by default it will not look for it, we need to add them to search</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25</a:t>
            </a:fld>
            <a:endParaRPr lang="en-US" dirty="0"/>
          </a:p>
        </p:txBody>
      </p:sp>
      <p:pic>
        <p:nvPicPr>
          <p:cNvPr id="5" name="Picture 4">
            <a:extLst>
              <a:ext uri="{FF2B5EF4-FFF2-40B4-BE49-F238E27FC236}">
                <a16:creationId xmlns:a16="http://schemas.microsoft.com/office/drawing/2014/main" id="{388283B0-4345-45E1-A74D-015BFF99CC02}"/>
              </a:ext>
            </a:extLst>
          </p:cNvPr>
          <p:cNvPicPr>
            <a:picLocks noChangeAspect="1"/>
          </p:cNvPicPr>
          <p:nvPr/>
        </p:nvPicPr>
        <p:blipFill>
          <a:blip r:embed="rId3"/>
          <a:stretch>
            <a:fillRect/>
          </a:stretch>
        </p:blipFill>
        <p:spPr>
          <a:xfrm>
            <a:off x="275237" y="1226285"/>
            <a:ext cx="7324725" cy="3733800"/>
          </a:xfrm>
          <a:prstGeom prst="rect">
            <a:avLst/>
          </a:prstGeom>
        </p:spPr>
      </p:pic>
      <p:pic>
        <p:nvPicPr>
          <p:cNvPr id="7" name="Picture 6">
            <a:extLst>
              <a:ext uri="{FF2B5EF4-FFF2-40B4-BE49-F238E27FC236}">
                <a16:creationId xmlns:a16="http://schemas.microsoft.com/office/drawing/2014/main" id="{CEA0F768-E13E-4B96-9699-5B1B5039931E}"/>
              </a:ext>
            </a:extLst>
          </p:cNvPr>
          <p:cNvPicPr>
            <a:picLocks noChangeAspect="1"/>
          </p:cNvPicPr>
          <p:nvPr/>
        </p:nvPicPr>
        <p:blipFill>
          <a:blip r:embed="rId4"/>
          <a:stretch>
            <a:fillRect/>
          </a:stretch>
        </p:blipFill>
        <p:spPr>
          <a:xfrm>
            <a:off x="4975570" y="2703975"/>
            <a:ext cx="7515225" cy="4200525"/>
          </a:xfrm>
          <a:prstGeom prst="rect">
            <a:avLst/>
          </a:prstGeom>
        </p:spPr>
      </p:pic>
    </p:spTree>
    <p:extLst>
      <p:ext uri="{BB962C8B-B14F-4D97-AF65-F5344CB8AC3E}">
        <p14:creationId xmlns:p14="http://schemas.microsoft.com/office/powerpoint/2010/main" val="2208338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26</a:t>
            </a:fld>
            <a:endParaRPr lang="en-US" dirty="0"/>
          </a:p>
        </p:txBody>
      </p:sp>
      <p:pic>
        <p:nvPicPr>
          <p:cNvPr id="5" name="Picture 4">
            <a:extLst>
              <a:ext uri="{FF2B5EF4-FFF2-40B4-BE49-F238E27FC236}">
                <a16:creationId xmlns:a16="http://schemas.microsoft.com/office/drawing/2014/main" id="{D6744599-16FD-47C0-B78E-FCB5E3C139E9}"/>
              </a:ext>
            </a:extLst>
          </p:cNvPr>
          <p:cNvPicPr>
            <a:picLocks noChangeAspect="1"/>
          </p:cNvPicPr>
          <p:nvPr/>
        </p:nvPicPr>
        <p:blipFill>
          <a:blip r:embed="rId3"/>
          <a:stretch>
            <a:fillRect/>
          </a:stretch>
        </p:blipFill>
        <p:spPr>
          <a:xfrm>
            <a:off x="2200275" y="1404937"/>
            <a:ext cx="7791450" cy="4048125"/>
          </a:xfrm>
          <a:prstGeom prst="rect">
            <a:avLst/>
          </a:prstGeom>
        </p:spPr>
      </p:pic>
    </p:spTree>
    <p:extLst>
      <p:ext uri="{BB962C8B-B14F-4D97-AF65-F5344CB8AC3E}">
        <p14:creationId xmlns:p14="http://schemas.microsoft.com/office/powerpoint/2010/main" val="2976820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If not sure about the name</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27</a:t>
            </a:fld>
            <a:endParaRPr lang="en-US" dirty="0"/>
          </a:p>
        </p:txBody>
      </p:sp>
      <p:pic>
        <p:nvPicPr>
          <p:cNvPr id="5" name="Picture 4">
            <a:extLst>
              <a:ext uri="{FF2B5EF4-FFF2-40B4-BE49-F238E27FC236}">
                <a16:creationId xmlns:a16="http://schemas.microsoft.com/office/drawing/2014/main" id="{3F32483B-1ED1-41AE-9D23-C21138136466}"/>
              </a:ext>
            </a:extLst>
          </p:cNvPr>
          <p:cNvPicPr>
            <a:picLocks noChangeAspect="1"/>
          </p:cNvPicPr>
          <p:nvPr/>
        </p:nvPicPr>
        <p:blipFill>
          <a:blip r:embed="rId3"/>
          <a:stretch>
            <a:fillRect/>
          </a:stretch>
        </p:blipFill>
        <p:spPr>
          <a:xfrm>
            <a:off x="806141" y="2272177"/>
            <a:ext cx="3152775" cy="2800350"/>
          </a:xfrm>
          <a:prstGeom prst="rect">
            <a:avLst/>
          </a:prstGeom>
        </p:spPr>
      </p:pic>
      <p:pic>
        <p:nvPicPr>
          <p:cNvPr id="7" name="Picture 6">
            <a:extLst>
              <a:ext uri="{FF2B5EF4-FFF2-40B4-BE49-F238E27FC236}">
                <a16:creationId xmlns:a16="http://schemas.microsoft.com/office/drawing/2014/main" id="{C84EA0A6-7D63-4DED-9983-6E54911F0FC1}"/>
              </a:ext>
            </a:extLst>
          </p:cNvPr>
          <p:cNvPicPr>
            <a:picLocks noChangeAspect="1"/>
          </p:cNvPicPr>
          <p:nvPr/>
        </p:nvPicPr>
        <p:blipFill>
          <a:blip r:embed="rId4"/>
          <a:stretch>
            <a:fillRect/>
          </a:stretch>
        </p:blipFill>
        <p:spPr>
          <a:xfrm>
            <a:off x="4430544" y="1509712"/>
            <a:ext cx="6886575" cy="3838575"/>
          </a:xfrm>
          <a:prstGeom prst="rect">
            <a:avLst/>
          </a:prstGeom>
        </p:spPr>
      </p:pic>
    </p:spTree>
    <p:extLst>
      <p:ext uri="{BB962C8B-B14F-4D97-AF65-F5344CB8AC3E}">
        <p14:creationId xmlns:p14="http://schemas.microsoft.com/office/powerpoint/2010/main" val="3039994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Find path almost the same</a:t>
            </a:r>
          </a:p>
          <a:p>
            <a:pPr marL="742950" lvl="1" indent="-342900">
              <a:buBlip>
                <a:blip r:embed="rId2"/>
              </a:buBlip>
            </a:pPr>
            <a:r>
              <a:rPr lang="en-US" altLang="zh-TW" dirty="0">
                <a:solidFill>
                  <a:srgbClr val="4E5865"/>
                </a:solidFill>
                <a:latin typeface="Courier New"/>
                <a:ea typeface="新細明體"/>
                <a:cs typeface="Courier New"/>
              </a:rPr>
              <a:t>When we execute find path or lib – it is going to look in lib or path mentioned, but before it will search in default loc</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28</a:t>
            </a:fld>
            <a:endParaRPr lang="en-US" dirty="0"/>
          </a:p>
        </p:txBody>
      </p:sp>
      <p:pic>
        <p:nvPicPr>
          <p:cNvPr id="5" name="Picture 4">
            <a:extLst>
              <a:ext uri="{FF2B5EF4-FFF2-40B4-BE49-F238E27FC236}">
                <a16:creationId xmlns:a16="http://schemas.microsoft.com/office/drawing/2014/main" id="{6C316D6A-830D-4718-A66C-90FE8EC5E5C6}"/>
              </a:ext>
            </a:extLst>
          </p:cNvPr>
          <p:cNvPicPr>
            <a:picLocks noChangeAspect="1"/>
          </p:cNvPicPr>
          <p:nvPr/>
        </p:nvPicPr>
        <p:blipFill>
          <a:blip r:embed="rId3"/>
          <a:stretch>
            <a:fillRect/>
          </a:stretch>
        </p:blipFill>
        <p:spPr>
          <a:xfrm>
            <a:off x="403252" y="2414006"/>
            <a:ext cx="7991475" cy="4152900"/>
          </a:xfrm>
          <a:prstGeom prst="rect">
            <a:avLst/>
          </a:prstGeom>
        </p:spPr>
      </p:pic>
      <p:pic>
        <p:nvPicPr>
          <p:cNvPr id="7" name="Picture 6">
            <a:extLst>
              <a:ext uri="{FF2B5EF4-FFF2-40B4-BE49-F238E27FC236}">
                <a16:creationId xmlns:a16="http://schemas.microsoft.com/office/drawing/2014/main" id="{A3C9E2E2-E516-4C40-9214-451A32553BD7}"/>
              </a:ext>
            </a:extLst>
          </p:cNvPr>
          <p:cNvPicPr>
            <a:picLocks noChangeAspect="1"/>
          </p:cNvPicPr>
          <p:nvPr/>
        </p:nvPicPr>
        <p:blipFill>
          <a:blip r:embed="rId4"/>
          <a:stretch>
            <a:fillRect/>
          </a:stretch>
        </p:blipFill>
        <p:spPr>
          <a:xfrm>
            <a:off x="6347150" y="2728331"/>
            <a:ext cx="5867400" cy="3524250"/>
          </a:xfrm>
          <a:prstGeom prst="rect">
            <a:avLst/>
          </a:prstGeom>
        </p:spPr>
      </p:pic>
    </p:spTree>
    <p:extLst>
      <p:ext uri="{BB962C8B-B14F-4D97-AF65-F5344CB8AC3E}">
        <p14:creationId xmlns:p14="http://schemas.microsoft.com/office/powerpoint/2010/main" val="2945669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Lib – will after execution </a:t>
            </a:r>
            <a:r>
              <a:rPr lang="en-US" altLang="zh-TW" sz="2400" dirty="0" err="1">
                <a:solidFill>
                  <a:srgbClr val="4E5865"/>
                </a:solidFill>
                <a:ea typeface="新細明體"/>
              </a:rPr>
              <a:t>abc_library</a:t>
            </a:r>
            <a:r>
              <a:rPr lang="en-US" altLang="zh-TW" sz="2400" dirty="0">
                <a:solidFill>
                  <a:srgbClr val="4E5865"/>
                </a:solidFill>
                <a:ea typeface="新細明體"/>
              </a:rPr>
              <a:t> – will contain a full path of library, </a:t>
            </a:r>
            <a:r>
              <a:rPr lang="en-US" altLang="zh-TW" sz="2400" dirty="0" err="1">
                <a:solidFill>
                  <a:srgbClr val="4E5865"/>
                </a:solidFill>
                <a:ea typeface="新細明體"/>
              </a:rPr>
              <a:t>abd_include</a:t>
            </a:r>
            <a:r>
              <a:rPr lang="en-US" altLang="zh-TW" sz="2400" dirty="0">
                <a:solidFill>
                  <a:srgbClr val="4E5865"/>
                </a:solidFill>
                <a:ea typeface="新細明體"/>
              </a:rPr>
              <a:t> – will contain only directory location of the file</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29</a:t>
            </a:fld>
            <a:endParaRPr lang="en-US" dirty="0"/>
          </a:p>
        </p:txBody>
      </p:sp>
      <p:pic>
        <p:nvPicPr>
          <p:cNvPr id="5" name="Picture 4">
            <a:extLst>
              <a:ext uri="{FF2B5EF4-FFF2-40B4-BE49-F238E27FC236}">
                <a16:creationId xmlns:a16="http://schemas.microsoft.com/office/drawing/2014/main" id="{F94B2C5A-8F0E-4814-B492-4DE50BA188E0}"/>
              </a:ext>
            </a:extLst>
          </p:cNvPr>
          <p:cNvPicPr>
            <a:picLocks noChangeAspect="1"/>
          </p:cNvPicPr>
          <p:nvPr/>
        </p:nvPicPr>
        <p:blipFill>
          <a:blip r:embed="rId3"/>
          <a:stretch>
            <a:fillRect/>
          </a:stretch>
        </p:blipFill>
        <p:spPr>
          <a:xfrm>
            <a:off x="1756533" y="2266852"/>
            <a:ext cx="7724775" cy="4076700"/>
          </a:xfrm>
          <a:prstGeom prst="rect">
            <a:avLst/>
          </a:prstGeom>
        </p:spPr>
      </p:pic>
    </p:spTree>
    <p:extLst>
      <p:ext uri="{BB962C8B-B14F-4D97-AF65-F5344CB8AC3E}">
        <p14:creationId xmlns:p14="http://schemas.microsoft.com/office/powerpoint/2010/main" val="133021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Find package </a:t>
            </a:r>
            <a:r>
              <a:rPr lang="en-US" altLang="zh-TW" sz="2400" dirty="0" err="1">
                <a:solidFill>
                  <a:srgbClr val="4E5865"/>
                </a:solidFill>
                <a:ea typeface="新細明體"/>
              </a:rPr>
              <a:t>standar</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30</a:t>
            </a:fld>
            <a:endParaRPr lang="en-US" dirty="0"/>
          </a:p>
        </p:txBody>
      </p:sp>
      <p:pic>
        <p:nvPicPr>
          <p:cNvPr id="5" name="Picture 4">
            <a:extLst>
              <a:ext uri="{FF2B5EF4-FFF2-40B4-BE49-F238E27FC236}">
                <a16:creationId xmlns:a16="http://schemas.microsoft.com/office/drawing/2014/main" id="{7F1D6A8D-A570-4B5A-826E-09408028BFB4}"/>
              </a:ext>
            </a:extLst>
          </p:cNvPr>
          <p:cNvPicPr>
            <a:picLocks noChangeAspect="1"/>
          </p:cNvPicPr>
          <p:nvPr/>
        </p:nvPicPr>
        <p:blipFill>
          <a:blip r:embed="rId3"/>
          <a:stretch>
            <a:fillRect/>
          </a:stretch>
        </p:blipFill>
        <p:spPr>
          <a:xfrm>
            <a:off x="4825973" y="777798"/>
            <a:ext cx="6962775" cy="3476625"/>
          </a:xfrm>
          <a:prstGeom prst="rect">
            <a:avLst/>
          </a:prstGeom>
        </p:spPr>
      </p:pic>
      <p:pic>
        <p:nvPicPr>
          <p:cNvPr id="7" name="Picture 6">
            <a:extLst>
              <a:ext uri="{FF2B5EF4-FFF2-40B4-BE49-F238E27FC236}">
                <a16:creationId xmlns:a16="http://schemas.microsoft.com/office/drawing/2014/main" id="{9756AC44-28B5-4F46-8BF2-A93EA91D7FD5}"/>
              </a:ext>
            </a:extLst>
          </p:cNvPr>
          <p:cNvPicPr>
            <a:picLocks noChangeAspect="1"/>
          </p:cNvPicPr>
          <p:nvPr/>
        </p:nvPicPr>
        <p:blipFill>
          <a:blip r:embed="rId4"/>
          <a:stretch>
            <a:fillRect/>
          </a:stretch>
        </p:blipFill>
        <p:spPr>
          <a:xfrm>
            <a:off x="1639351" y="3299831"/>
            <a:ext cx="8715375" cy="3267075"/>
          </a:xfrm>
          <a:prstGeom prst="rect">
            <a:avLst/>
          </a:prstGeom>
        </p:spPr>
      </p:pic>
    </p:spTree>
    <p:extLst>
      <p:ext uri="{BB962C8B-B14F-4D97-AF65-F5344CB8AC3E}">
        <p14:creationId xmlns:p14="http://schemas.microsoft.com/office/powerpoint/2010/main" val="211300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Set (USE_FUNCTION ON) TRUE YES OFF</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31</a:t>
            </a:fld>
            <a:endParaRPr lang="en-US" dirty="0"/>
          </a:p>
        </p:txBody>
      </p:sp>
      <p:pic>
        <p:nvPicPr>
          <p:cNvPr id="5" name="Picture 4">
            <a:extLst>
              <a:ext uri="{FF2B5EF4-FFF2-40B4-BE49-F238E27FC236}">
                <a16:creationId xmlns:a16="http://schemas.microsoft.com/office/drawing/2014/main" id="{D68796A0-C14E-4B5B-A96B-9DB35FD02593}"/>
              </a:ext>
            </a:extLst>
          </p:cNvPr>
          <p:cNvPicPr>
            <a:picLocks noChangeAspect="1"/>
          </p:cNvPicPr>
          <p:nvPr/>
        </p:nvPicPr>
        <p:blipFill>
          <a:blip r:embed="rId3"/>
          <a:stretch>
            <a:fillRect/>
          </a:stretch>
        </p:blipFill>
        <p:spPr>
          <a:xfrm>
            <a:off x="7512023" y="318506"/>
            <a:ext cx="4276725" cy="6248400"/>
          </a:xfrm>
          <a:prstGeom prst="rect">
            <a:avLst/>
          </a:prstGeom>
        </p:spPr>
      </p:pic>
    </p:spTree>
    <p:extLst>
      <p:ext uri="{BB962C8B-B14F-4D97-AF65-F5344CB8AC3E}">
        <p14:creationId xmlns:p14="http://schemas.microsoft.com/office/powerpoint/2010/main" val="1927326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err="1">
                <a:solidFill>
                  <a:srgbClr val="4E5865"/>
                </a:solidFill>
                <a:ea typeface="新細明體"/>
              </a:rPr>
              <a:t>Ctest</a:t>
            </a:r>
            <a:r>
              <a:rPr lang="en-US" altLang="zh-TW" sz="2400" dirty="0">
                <a:solidFill>
                  <a:srgbClr val="4E5865"/>
                </a:solidFill>
                <a:ea typeface="新細明體"/>
              </a:rPr>
              <a:t> executable in </a:t>
            </a:r>
            <a:r>
              <a:rPr lang="en-US" altLang="zh-TW" sz="2400" dirty="0" err="1">
                <a:solidFill>
                  <a:srgbClr val="4E5865"/>
                </a:solidFill>
                <a:ea typeface="新細明體"/>
              </a:rPr>
              <a:t>Cmake</a:t>
            </a:r>
            <a:r>
              <a:rPr lang="en-US" altLang="zh-TW" sz="2400" dirty="0">
                <a:solidFill>
                  <a:srgbClr val="4E5865"/>
                </a:solidFill>
                <a:ea typeface="新細明體"/>
              </a:rPr>
              <a:t> that runs tests</a:t>
            </a:r>
          </a:p>
          <a:p>
            <a:pPr marL="742950" lvl="1" indent="-342900">
              <a:buBlip>
                <a:blip r:embed="rId2"/>
              </a:buBlip>
            </a:pPr>
            <a:r>
              <a:rPr lang="en-US" altLang="zh-TW" dirty="0">
                <a:solidFill>
                  <a:srgbClr val="4E5865"/>
                </a:solidFill>
                <a:latin typeface="Courier New"/>
                <a:ea typeface="新細明體"/>
                <a:cs typeface="Courier New"/>
              </a:rPr>
              <a:t>Lets install google tests (</a:t>
            </a:r>
            <a:r>
              <a:rPr lang="en-US" altLang="zh-TW" dirty="0" err="1">
                <a:solidFill>
                  <a:srgbClr val="4E5865"/>
                </a:solidFill>
                <a:latin typeface="Courier New"/>
                <a:ea typeface="新細明體"/>
                <a:cs typeface="Courier New"/>
              </a:rPr>
              <a:t>gtest</a:t>
            </a:r>
            <a:r>
              <a:rPr lang="en-US" altLang="zh-TW" dirty="0">
                <a:solidFill>
                  <a:srgbClr val="4E5865"/>
                </a:solidFill>
                <a:latin typeface="Courier New"/>
                <a:ea typeface="新細明體"/>
                <a:cs typeface="Courier New"/>
              </a:rPr>
              <a: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32</a:t>
            </a:fld>
            <a:endParaRPr lang="en-US" dirty="0"/>
          </a:p>
        </p:txBody>
      </p:sp>
    </p:spTree>
    <p:extLst>
      <p:ext uri="{BB962C8B-B14F-4D97-AF65-F5344CB8AC3E}">
        <p14:creationId xmlns:p14="http://schemas.microsoft.com/office/powerpoint/2010/main" val="485658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Optional packages do not prevent installation – install open cv on the cluster</a:t>
            </a:r>
          </a:p>
          <a:p>
            <a:pPr marL="400050" lvl="1" indent="0">
              <a:buNone/>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33</a:t>
            </a:fld>
            <a:endParaRPr lang="en-US" dirty="0"/>
          </a:p>
        </p:txBody>
      </p:sp>
      <p:pic>
        <p:nvPicPr>
          <p:cNvPr id="5" name="Picture 4">
            <a:extLst>
              <a:ext uri="{FF2B5EF4-FFF2-40B4-BE49-F238E27FC236}">
                <a16:creationId xmlns:a16="http://schemas.microsoft.com/office/drawing/2014/main" id="{85A6B05E-0A70-4E66-BB6B-D0BC6CC86175}"/>
              </a:ext>
            </a:extLst>
          </p:cNvPr>
          <p:cNvPicPr>
            <a:picLocks noChangeAspect="1"/>
          </p:cNvPicPr>
          <p:nvPr/>
        </p:nvPicPr>
        <p:blipFill>
          <a:blip r:embed="rId3"/>
          <a:stretch>
            <a:fillRect/>
          </a:stretch>
        </p:blipFill>
        <p:spPr>
          <a:xfrm>
            <a:off x="3071812" y="2038350"/>
            <a:ext cx="6048375" cy="2781300"/>
          </a:xfrm>
          <a:prstGeom prst="rect">
            <a:avLst/>
          </a:prstGeom>
        </p:spPr>
      </p:pic>
    </p:spTree>
    <p:extLst>
      <p:ext uri="{BB962C8B-B14F-4D97-AF65-F5344CB8AC3E}">
        <p14:creationId xmlns:p14="http://schemas.microsoft.com/office/powerpoint/2010/main" val="349189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40283" y="1013844"/>
            <a:ext cx="11513511" cy="5342400"/>
          </a:xfrm>
        </p:spPr>
        <p:txBody>
          <a:bodyPr vert="horz" lIns="0" tIns="0" rIns="0" bIns="0" rtlCol="0" anchor="t">
            <a:noAutofit/>
          </a:bodyPr>
          <a:lstStyle/>
          <a:p>
            <a:pPr marL="742950" lvl="1" indent="-342900">
              <a:buBlip>
                <a:blip r:embed="rId2"/>
              </a:buBlip>
            </a:pPr>
            <a:r>
              <a:rPr lang="en-US" altLang="zh-TW" sz="2400">
                <a:solidFill>
                  <a:srgbClr val="4E5865"/>
                </a:solidFill>
                <a:ea typeface="新細明體"/>
              </a:rPr>
              <a:t>https://docs.opencv.org/4.x/d7/d9f/tutorial_linux_install.html</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34</a:t>
            </a:fld>
            <a:endParaRPr lang="en-US" dirty="0"/>
          </a:p>
        </p:txBody>
      </p:sp>
      <p:sp>
        <p:nvSpPr>
          <p:cNvPr id="6" name="TextBox 5">
            <a:extLst>
              <a:ext uri="{FF2B5EF4-FFF2-40B4-BE49-F238E27FC236}">
                <a16:creationId xmlns:a16="http://schemas.microsoft.com/office/drawing/2014/main" id="{571384C7-9B64-4556-B48E-875483BF7BBE}"/>
              </a:ext>
            </a:extLst>
          </p:cNvPr>
          <p:cNvSpPr txBox="1"/>
          <p:nvPr/>
        </p:nvSpPr>
        <p:spPr>
          <a:xfrm>
            <a:off x="1005939" y="2241689"/>
            <a:ext cx="10401300" cy="3416320"/>
          </a:xfrm>
          <a:prstGeom prst="rect">
            <a:avLst/>
          </a:prstGeom>
          <a:noFill/>
        </p:spPr>
        <p:txBody>
          <a:bodyPr wrap="square">
            <a:spAutoFit/>
          </a:bodyPr>
          <a:lstStyle/>
          <a:p>
            <a:r>
              <a:rPr lang="nl-BE" dirty="0"/>
              <a:t> 1007  2022-11-16 15:13:32 </a:t>
            </a:r>
            <a:r>
              <a:rPr lang="nl-BE" dirty="0" err="1"/>
              <a:t>mkdir</a:t>
            </a:r>
            <a:r>
              <a:rPr lang="nl-BE" dirty="0"/>
              <a:t> </a:t>
            </a:r>
            <a:r>
              <a:rPr lang="nl-BE" dirty="0" err="1"/>
              <a:t>opencv</a:t>
            </a:r>
            <a:endParaRPr lang="nl-BE" dirty="0"/>
          </a:p>
          <a:p>
            <a:r>
              <a:rPr lang="nl-BE" dirty="0"/>
              <a:t> 1008  2022-11-16 15:13:34 cd </a:t>
            </a:r>
            <a:r>
              <a:rPr lang="nl-BE" dirty="0" err="1"/>
              <a:t>opencv</a:t>
            </a:r>
            <a:r>
              <a:rPr lang="nl-BE" dirty="0"/>
              <a:t>/</a:t>
            </a:r>
          </a:p>
          <a:p>
            <a:r>
              <a:rPr lang="nl-BE" dirty="0"/>
              <a:t> 1009  2022-11-16 15:13:45 </a:t>
            </a:r>
            <a:r>
              <a:rPr lang="nl-BE" dirty="0" err="1"/>
              <a:t>wget</a:t>
            </a:r>
            <a:r>
              <a:rPr lang="nl-BE" dirty="0"/>
              <a:t> -O opencv.zip https://github.com/opencv/opencv/archive/4.x.zip</a:t>
            </a:r>
          </a:p>
          <a:p>
            <a:r>
              <a:rPr lang="nl-BE" dirty="0"/>
              <a:t> 1010  2022-11-16 15:14:04 unzip opencv.zip</a:t>
            </a:r>
          </a:p>
          <a:p>
            <a:r>
              <a:rPr lang="nl-BE" dirty="0"/>
              <a:t>  1013  2022-11-16 15:14:54 module av </a:t>
            </a:r>
            <a:r>
              <a:rPr lang="nl-BE" dirty="0" err="1"/>
              <a:t>CMake</a:t>
            </a:r>
            <a:endParaRPr lang="nl-BE" dirty="0"/>
          </a:p>
          <a:p>
            <a:r>
              <a:rPr lang="nl-BE" dirty="0"/>
              <a:t> 1014  2022-11-16 15:15:03 module load </a:t>
            </a:r>
            <a:r>
              <a:rPr lang="nl-BE" dirty="0" err="1"/>
              <a:t>CMake</a:t>
            </a:r>
            <a:r>
              <a:rPr lang="nl-BE" dirty="0"/>
              <a:t>/3.20.1-GCCcore-6.4.0</a:t>
            </a:r>
          </a:p>
          <a:p>
            <a:r>
              <a:rPr lang="nl-BE" dirty="0"/>
              <a:t>1019  2022-11-16 15:15:44 cd opencv-4.x/</a:t>
            </a:r>
          </a:p>
          <a:p>
            <a:r>
              <a:rPr lang="nl-BE" dirty="0"/>
              <a:t> 1020  2022-11-16 15:15:48 </a:t>
            </a:r>
            <a:r>
              <a:rPr lang="nl-BE" dirty="0" err="1"/>
              <a:t>mkdir</a:t>
            </a:r>
            <a:r>
              <a:rPr lang="nl-BE" dirty="0"/>
              <a:t> </a:t>
            </a:r>
            <a:r>
              <a:rPr lang="nl-BE" dirty="0" err="1"/>
              <a:t>build</a:t>
            </a:r>
            <a:endParaRPr lang="nl-BE" dirty="0"/>
          </a:p>
          <a:p>
            <a:r>
              <a:rPr lang="nl-BE" dirty="0"/>
              <a:t> 1021  2022-11-16 15:15:50 cd </a:t>
            </a:r>
            <a:r>
              <a:rPr lang="nl-BE" dirty="0" err="1"/>
              <a:t>build</a:t>
            </a:r>
            <a:r>
              <a:rPr lang="nl-BE" dirty="0"/>
              <a:t>/</a:t>
            </a:r>
          </a:p>
          <a:p>
            <a:r>
              <a:rPr lang="nl-BE" dirty="0"/>
              <a:t> 1022  2022-11-16 15:15:52 </a:t>
            </a:r>
            <a:r>
              <a:rPr lang="nl-BE" dirty="0" err="1"/>
              <a:t>cmake</a:t>
            </a:r>
            <a:r>
              <a:rPr lang="nl-BE" dirty="0"/>
              <a:t> ..</a:t>
            </a:r>
          </a:p>
          <a:p>
            <a:pPr marL="342900" indent="-342900">
              <a:buAutoNum type="arabicPlain" startAt="1025"/>
            </a:pPr>
            <a:r>
              <a:rPr lang="nl-BE" dirty="0"/>
              <a:t>2022-11-16 15:20:43 </a:t>
            </a:r>
            <a:r>
              <a:rPr lang="nl-BE" dirty="0" err="1"/>
              <a:t>cmake</a:t>
            </a:r>
            <a:r>
              <a:rPr lang="nl-BE" dirty="0"/>
              <a:t> .. -DCMAKE_INSTALL_PREFIX=/data/</a:t>
            </a:r>
            <a:r>
              <a:rPr lang="nl-BE" dirty="0" err="1"/>
              <a:t>leuven</a:t>
            </a:r>
            <a:r>
              <a:rPr lang="nl-BE" dirty="0"/>
              <a:t>/304/vsc30468/</a:t>
            </a:r>
            <a:r>
              <a:rPr lang="nl-BE" dirty="0" err="1"/>
              <a:t>opencv</a:t>
            </a:r>
            <a:endParaRPr lang="nl-BE" dirty="0"/>
          </a:p>
          <a:p>
            <a:pPr marL="342900" indent="-342900">
              <a:buAutoNum type="arabicPlain" startAt="1025"/>
            </a:pPr>
            <a:r>
              <a:rPr lang="nl-BE" dirty="0"/>
              <a:t>Make –j36</a:t>
            </a:r>
          </a:p>
        </p:txBody>
      </p:sp>
    </p:spTree>
    <p:extLst>
      <p:ext uri="{BB962C8B-B14F-4D97-AF65-F5344CB8AC3E}">
        <p14:creationId xmlns:p14="http://schemas.microsoft.com/office/powerpoint/2010/main" val="3052403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If does not find require dep will throw and error</a:t>
            </a:r>
          </a:p>
          <a:p>
            <a:pPr marL="742950" lvl="1" indent="-342900">
              <a:buBlip>
                <a:blip r:embed="rId2"/>
              </a:buBlip>
            </a:pPr>
            <a:r>
              <a:rPr lang="en-US" altLang="zh-TW" dirty="0">
                <a:solidFill>
                  <a:srgbClr val="4E5865"/>
                </a:solidFill>
                <a:ea typeface="新細明體"/>
              </a:rPr>
              <a:t>Without required </a:t>
            </a:r>
            <a:r>
              <a:rPr lang="en-US" altLang="zh-TW" dirty="0" err="1">
                <a:solidFill>
                  <a:srgbClr val="4E5865"/>
                </a:solidFill>
                <a:ea typeface="新細明體"/>
              </a:rPr>
              <a:t>leyword</a:t>
            </a:r>
            <a:r>
              <a:rPr lang="en-US" altLang="zh-TW" dirty="0">
                <a:solidFill>
                  <a:srgbClr val="4E5865"/>
                </a:solidFill>
                <a:ea typeface="新細明體"/>
              </a:rPr>
              <a:t> – it will be treated as optional package</a:t>
            </a:r>
            <a:endParaRPr lang="en-US" altLang="zh-TW" sz="2400" dirty="0">
              <a:solidFill>
                <a:srgbClr val="4E5865"/>
              </a:solidFill>
              <a:ea typeface="新細明體"/>
            </a:endParaRPr>
          </a:p>
          <a:p>
            <a:pPr marL="742950" lvl="1" indent="-342900">
              <a:buBlip>
                <a:blip r:embed="rId2"/>
              </a:buBlip>
            </a:pPr>
            <a:r>
              <a:rPr lang="en-US" altLang="zh-TW" sz="2400" dirty="0">
                <a:solidFill>
                  <a:srgbClr val="4E5865"/>
                </a:solidFill>
                <a:latin typeface="Courier New"/>
                <a:ea typeface="新細明體"/>
                <a:cs typeface="Courier New"/>
              </a:rPr>
              <a:t>Case sensitive – file does not exist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35</a:t>
            </a:fld>
            <a:endParaRPr lang="en-US" dirty="0"/>
          </a:p>
        </p:txBody>
      </p:sp>
      <p:pic>
        <p:nvPicPr>
          <p:cNvPr id="5" name="Picture 4">
            <a:extLst>
              <a:ext uri="{FF2B5EF4-FFF2-40B4-BE49-F238E27FC236}">
                <a16:creationId xmlns:a16="http://schemas.microsoft.com/office/drawing/2014/main" id="{C528A4BF-52E8-4329-97E8-545AC121C9E9}"/>
              </a:ext>
            </a:extLst>
          </p:cNvPr>
          <p:cNvPicPr>
            <a:picLocks noChangeAspect="1"/>
          </p:cNvPicPr>
          <p:nvPr/>
        </p:nvPicPr>
        <p:blipFill>
          <a:blip r:embed="rId3"/>
          <a:stretch>
            <a:fillRect/>
          </a:stretch>
        </p:blipFill>
        <p:spPr>
          <a:xfrm>
            <a:off x="4010025" y="2743200"/>
            <a:ext cx="4171950" cy="1371600"/>
          </a:xfrm>
          <a:prstGeom prst="rect">
            <a:avLst/>
          </a:prstGeom>
        </p:spPr>
      </p:pic>
      <p:pic>
        <p:nvPicPr>
          <p:cNvPr id="7" name="Picture 6">
            <a:extLst>
              <a:ext uri="{FF2B5EF4-FFF2-40B4-BE49-F238E27FC236}">
                <a16:creationId xmlns:a16="http://schemas.microsoft.com/office/drawing/2014/main" id="{74915433-033A-4DEC-A5FE-3A144B3C7707}"/>
              </a:ext>
            </a:extLst>
          </p:cNvPr>
          <p:cNvPicPr>
            <a:picLocks noChangeAspect="1"/>
          </p:cNvPicPr>
          <p:nvPr/>
        </p:nvPicPr>
        <p:blipFill>
          <a:blip r:embed="rId4"/>
          <a:stretch>
            <a:fillRect/>
          </a:stretch>
        </p:blipFill>
        <p:spPr>
          <a:xfrm>
            <a:off x="2468218" y="4203119"/>
            <a:ext cx="7467600" cy="2181225"/>
          </a:xfrm>
          <a:prstGeom prst="rect">
            <a:avLst/>
          </a:prstGeom>
        </p:spPr>
      </p:pic>
    </p:spTree>
    <p:extLst>
      <p:ext uri="{BB962C8B-B14F-4D97-AF65-F5344CB8AC3E}">
        <p14:creationId xmlns:p14="http://schemas.microsoft.com/office/powerpoint/2010/main" val="1249900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installation</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36</a:t>
            </a:fld>
            <a:endParaRPr lang="en-US" dirty="0"/>
          </a:p>
        </p:txBody>
      </p:sp>
      <p:pic>
        <p:nvPicPr>
          <p:cNvPr id="5" name="Picture 4">
            <a:extLst>
              <a:ext uri="{FF2B5EF4-FFF2-40B4-BE49-F238E27FC236}">
                <a16:creationId xmlns:a16="http://schemas.microsoft.com/office/drawing/2014/main" id="{CC79F8D5-8CB9-4BFD-A48A-AD9FC8C9BBFF}"/>
              </a:ext>
            </a:extLst>
          </p:cNvPr>
          <p:cNvPicPr>
            <a:picLocks noChangeAspect="1"/>
          </p:cNvPicPr>
          <p:nvPr/>
        </p:nvPicPr>
        <p:blipFill>
          <a:blip r:embed="rId3"/>
          <a:stretch>
            <a:fillRect/>
          </a:stretch>
        </p:blipFill>
        <p:spPr>
          <a:xfrm>
            <a:off x="275237" y="1457019"/>
            <a:ext cx="10467975" cy="2752725"/>
          </a:xfrm>
          <a:prstGeom prst="rect">
            <a:avLst/>
          </a:prstGeom>
        </p:spPr>
      </p:pic>
      <p:pic>
        <p:nvPicPr>
          <p:cNvPr id="7" name="Picture 6">
            <a:extLst>
              <a:ext uri="{FF2B5EF4-FFF2-40B4-BE49-F238E27FC236}">
                <a16:creationId xmlns:a16="http://schemas.microsoft.com/office/drawing/2014/main" id="{B6B08949-EB24-4805-87EE-9EE6834D7A47}"/>
              </a:ext>
            </a:extLst>
          </p:cNvPr>
          <p:cNvPicPr>
            <a:picLocks noChangeAspect="1"/>
          </p:cNvPicPr>
          <p:nvPr/>
        </p:nvPicPr>
        <p:blipFill>
          <a:blip r:embed="rId4"/>
          <a:stretch>
            <a:fillRect/>
          </a:stretch>
        </p:blipFill>
        <p:spPr>
          <a:xfrm>
            <a:off x="2426444" y="4828973"/>
            <a:ext cx="8029575" cy="895350"/>
          </a:xfrm>
          <a:prstGeom prst="rect">
            <a:avLst/>
          </a:prstGeom>
        </p:spPr>
      </p:pic>
    </p:spTree>
    <p:extLst>
      <p:ext uri="{BB962C8B-B14F-4D97-AF65-F5344CB8AC3E}">
        <p14:creationId xmlns:p14="http://schemas.microsoft.com/office/powerpoint/2010/main" val="11087214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E5454007-7BBB-4552-B737-975053A74DB4}"/>
              </a:ext>
            </a:extLst>
          </p:cNvPr>
          <p:cNvSpPr>
            <a:spLocks noGrp="1"/>
          </p:cNvSpPr>
          <p:nvPr>
            <p:ph type="dt" sz="half" idx="10"/>
          </p:nvPr>
        </p:nvSpPr>
        <p:spPr/>
        <p:txBody>
          <a:bodyPr/>
          <a:lstStyle/>
          <a:p>
            <a:r>
              <a:rPr lang="en-US" altLang="nl-BE"/>
              <a:t>Image Registration</a:t>
            </a:r>
          </a:p>
        </p:txBody>
      </p:sp>
      <p:sp>
        <p:nvSpPr>
          <p:cNvPr id="10" name="Footer Placeholder 9">
            <a:extLst>
              <a:ext uri="{FF2B5EF4-FFF2-40B4-BE49-F238E27FC236}">
                <a16:creationId xmlns:a16="http://schemas.microsoft.com/office/drawing/2014/main" id="{A5356956-3664-406E-A482-014316BFE474}"/>
              </a:ext>
            </a:extLst>
          </p:cNvPr>
          <p:cNvSpPr>
            <a:spLocks noGrp="1"/>
          </p:cNvSpPr>
          <p:nvPr>
            <p:ph type="ftr" sz="quarter" idx="11"/>
          </p:nvPr>
        </p:nvSpPr>
        <p:spPr/>
        <p:txBody>
          <a:bodyPr/>
          <a:lstStyle/>
          <a:p>
            <a:r>
              <a:rPr lang="en-US" altLang="nl-BE"/>
              <a:t>Lecture 11b</a:t>
            </a:r>
          </a:p>
        </p:txBody>
      </p:sp>
      <p:sp>
        <p:nvSpPr>
          <p:cNvPr id="15362" name="Rectangle 2">
            <a:extLst>
              <a:ext uri="{FF2B5EF4-FFF2-40B4-BE49-F238E27FC236}">
                <a16:creationId xmlns:a16="http://schemas.microsoft.com/office/drawing/2014/main" id="{3925C41C-29C6-4B78-8C75-B017B149E10A}"/>
              </a:ext>
            </a:extLst>
          </p:cNvPr>
          <p:cNvSpPr>
            <a:spLocks noGrp="1" noChangeArrowheads="1"/>
          </p:cNvSpPr>
          <p:nvPr>
            <p:ph type="title"/>
          </p:nvPr>
        </p:nvSpPr>
        <p:spPr/>
        <p:txBody>
          <a:bodyPr/>
          <a:lstStyle/>
          <a:p>
            <a:r>
              <a:rPr lang="en-US" altLang="nl-BE"/>
              <a:t>Writing CMakeLists.txt Files</a:t>
            </a:r>
          </a:p>
        </p:txBody>
      </p:sp>
      <p:sp>
        <p:nvSpPr>
          <p:cNvPr id="15363" name="Rectangle 3">
            <a:extLst>
              <a:ext uri="{FF2B5EF4-FFF2-40B4-BE49-F238E27FC236}">
                <a16:creationId xmlns:a16="http://schemas.microsoft.com/office/drawing/2014/main" id="{3C3EF736-DEDF-4116-83AD-D376649569C5}"/>
              </a:ext>
            </a:extLst>
          </p:cNvPr>
          <p:cNvSpPr>
            <a:spLocks noGrp="1" noChangeArrowheads="1"/>
          </p:cNvSpPr>
          <p:nvPr>
            <p:ph type="body" idx="1"/>
          </p:nvPr>
        </p:nvSpPr>
        <p:spPr/>
        <p:txBody>
          <a:bodyPr/>
          <a:lstStyle/>
          <a:p>
            <a:pPr>
              <a:lnSpc>
                <a:spcPct val="90000"/>
              </a:lnSpc>
            </a:pPr>
            <a:r>
              <a:rPr lang="en-US" altLang="nl-BE"/>
              <a:t>CMake language evolved while in use</a:t>
            </a:r>
          </a:p>
          <a:p>
            <a:pPr>
              <a:lnSpc>
                <a:spcPct val="90000"/>
              </a:lnSpc>
            </a:pPr>
            <a:r>
              <a:rPr lang="en-US" altLang="nl-BE"/>
              <a:t>Scripting language with simple syntax</a:t>
            </a:r>
          </a:p>
          <a:p>
            <a:pPr lvl="1">
              <a:lnSpc>
                <a:spcPct val="90000"/>
              </a:lnSpc>
            </a:pPr>
            <a:r>
              <a:rPr lang="en-US" altLang="nl-BE"/>
              <a:t>Comments </a:t>
            </a:r>
          </a:p>
          <a:p>
            <a:pPr lvl="1">
              <a:lnSpc>
                <a:spcPct val="90000"/>
              </a:lnSpc>
            </a:pPr>
            <a:r>
              <a:rPr lang="en-US" altLang="nl-BE"/>
              <a:t>Commands</a:t>
            </a:r>
          </a:p>
          <a:p>
            <a:pPr lvl="1">
              <a:lnSpc>
                <a:spcPct val="90000"/>
              </a:lnSpc>
            </a:pPr>
            <a:r>
              <a:rPr lang="en-US" altLang="nl-BE"/>
              <a:t>Lists</a:t>
            </a:r>
          </a:p>
          <a:p>
            <a:pPr lvl="1">
              <a:lnSpc>
                <a:spcPct val="90000"/>
              </a:lnSpc>
            </a:pPr>
            <a:r>
              <a:rPr lang="en-US" altLang="nl-BE"/>
              <a:t>Variables</a:t>
            </a:r>
          </a:p>
          <a:p>
            <a:pPr lvl="1">
              <a:lnSpc>
                <a:spcPct val="90000"/>
              </a:lnSpc>
            </a:pPr>
            <a:r>
              <a:rPr lang="en-US" altLang="nl-BE"/>
              <a:t>Control structures</a:t>
            </a:r>
          </a:p>
          <a:p>
            <a:pPr>
              <a:lnSpc>
                <a:spcPct val="90000"/>
              </a:lnSpc>
            </a:pPr>
            <a:r>
              <a:rPr lang="en-US" altLang="nl-BE"/>
              <a:t>Processed during CMake configure phase</a:t>
            </a:r>
          </a:p>
        </p:txBody>
      </p:sp>
      <p:sp>
        <p:nvSpPr>
          <p:cNvPr id="15366" name="Text Box 6">
            <a:extLst>
              <a:ext uri="{FF2B5EF4-FFF2-40B4-BE49-F238E27FC236}">
                <a16:creationId xmlns:a16="http://schemas.microsoft.com/office/drawing/2014/main" id="{031A38CF-4398-4B0B-B360-27A1454587D8}"/>
              </a:ext>
            </a:extLst>
          </p:cNvPr>
          <p:cNvSpPr txBox="1">
            <a:spLocks noChangeArrowheads="1"/>
          </p:cNvSpPr>
          <p:nvPr/>
        </p:nvSpPr>
        <p:spPr bwMode="auto">
          <a:xfrm>
            <a:off x="4800600" y="3124200"/>
            <a:ext cx="3505200" cy="3365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a:latin typeface="Courier New" panose="02070309020205020404" pitchFamily="49" charset="0"/>
              </a:rPr>
              <a:t># Comment ends at a newline</a:t>
            </a:r>
          </a:p>
        </p:txBody>
      </p:sp>
      <p:sp>
        <p:nvSpPr>
          <p:cNvPr id="15367" name="Text Box 7">
            <a:extLst>
              <a:ext uri="{FF2B5EF4-FFF2-40B4-BE49-F238E27FC236}">
                <a16:creationId xmlns:a16="http://schemas.microsoft.com/office/drawing/2014/main" id="{DB039698-25D5-4187-BDD6-BF9CF82FA5A5}"/>
              </a:ext>
            </a:extLst>
          </p:cNvPr>
          <p:cNvSpPr txBox="1">
            <a:spLocks noChangeArrowheads="1"/>
          </p:cNvSpPr>
          <p:nvPr/>
        </p:nvSpPr>
        <p:spPr bwMode="auto">
          <a:xfrm>
            <a:off x="4800600" y="3581400"/>
            <a:ext cx="3505200" cy="3365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a:latin typeface="Courier New" panose="02070309020205020404" pitchFamily="49" charset="0"/>
              </a:rPr>
              <a:t>COMMAND(arg1 arg2 ...)</a:t>
            </a:r>
          </a:p>
        </p:txBody>
      </p:sp>
      <p:sp>
        <p:nvSpPr>
          <p:cNvPr id="15368" name="Text Box 8">
            <a:extLst>
              <a:ext uri="{FF2B5EF4-FFF2-40B4-BE49-F238E27FC236}">
                <a16:creationId xmlns:a16="http://schemas.microsoft.com/office/drawing/2014/main" id="{BDB3C312-B0D8-4573-936A-C392BA796808}"/>
              </a:ext>
            </a:extLst>
          </p:cNvPr>
          <p:cNvSpPr txBox="1">
            <a:spLocks noChangeArrowheads="1"/>
          </p:cNvSpPr>
          <p:nvPr/>
        </p:nvSpPr>
        <p:spPr bwMode="auto">
          <a:xfrm>
            <a:off x="4800600" y="4038600"/>
            <a:ext cx="3505200" cy="3365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a:latin typeface="Courier New" panose="02070309020205020404" pitchFamily="49" charset="0"/>
              </a:rPr>
              <a:t>A;B;C # Semicolon-separated</a:t>
            </a:r>
          </a:p>
        </p:txBody>
      </p:sp>
      <p:sp>
        <p:nvSpPr>
          <p:cNvPr id="15369" name="Text Box 9">
            <a:extLst>
              <a:ext uri="{FF2B5EF4-FFF2-40B4-BE49-F238E27FC236}">
                <a16:creationId xmlns:a16="http://schemas.microsoft.com/office/drawing/2014/main" id="{5649C236-1FC3-4E29-8B7F-4F3D02BA9D0C}"/>
              </a:ext>
            </a:extLst>
          </p:cNvPr>
          <p:cNvSpPr txBox="1">
            <a:spLocks noChangeArrowheads="1"/>
          </p:cNvSpPr>
          <p:nvPr/>
        </p:nvSpPr>
        <p:spPr bwMode="auto">
          <a:xfrm>
            <a:off x="5943600" y="5029200"/>
            <a:ext cx="2362200" cy="3365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a:latin typeface="Courier New" panose="02070309020205020404" pitchFamily="49" charset="0"/>
              </a:rPr>
              <a:t>IF(CONDITION)</a:t>
            </a:r>
          </a:p>
        </p:txBody>
      </p:sp>
      <p:sp>
        <p:nvSpPr>
          <p:cNvPr id="15370" name="Text Box 10">
            <a:extLst>
              <a:ext uri="{FF2B5EF4-FFF2-40B4-BE49-F238E27FC236}">
                <a16:creationId xmlns:a16="http://schemas.microsoft.com/office/drawing/2014/main" id="{C40E4ED5-F292-4BE1-9DA3-550314AE93B5}"/>
              </a:ext>
            </a:extLst>
          </p:cNvPr>
          <p:cNvSpPr txBox="1">
            <a:spLocks noChangeArrowheads="1"/>
          </p:cNvSpPr>
          <p:nvPr/>
        </p:nvSpPr>
        <p:spPr bwMode="auto">
          <a:xfrm>
            <a:off x="4800600" y="4495800"/>
            <a:ext cx="3505200" cy="3365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a:latin typeface="Courier New" panose="02070309020205020404" pitchFamily="49" charset="0"/>
              </a:rPr>
              <a:t>${VAR}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A051F49-2CB8-46E6-97FA-8E9D19224137}"/>
              </a:ext>
            </a:extLst>
          </p:cNvPr>
          <p:cNvSpPr>
            <a:spLocks noGrp="1"/>
          </p:cNvSpPr>
          <p:nvPr>
            <p:ph type="dt" sz="half" idx="10"/>
          </p:nvPr>
        </p:nvSpPr>
        <p:spPr/>
        <p:txBody>
          <a:bodyPr/>
          <a:lstStyle/>
          <a:p>
            <a:r>
              <a:rPr lang="en-US" altLang="nl-BE"/>
              <a:t>Image Registration</a:t>
            </a:r>
          </a:p>
        </p:txBody>
      </p:sp>
      <p:sp>
        <p:nvSpPr>
          <p:cNvPr id="7" name="Footer Placeholder 6">
            <a:extLst>
              <a:ext uri="{FF2B5EF4-FFF2-40B4-BE49-F238E27FC236}">
                <a16:creationId xmlns:a16="http://schemas.microsoft.com/office/drawing/2014/main" id="{8A220AE6-7726-4BB1-A60E-A466563C15DE}"/>
              </a:ext>
            </a:extLst>
          </p:cNvPr>
          <p:cNvSpPr>
            <a:spLocks noGrp="1"/>
          </p:cNvSpPr>
          <p:nvPr>
            <p:ph type="ftr" sz="quarter" idx="11"/>
          </p:nvPr>
        </p:nvSpPr>
        <p:spPr/>
        <p:txBody>
          <a:bodyPr/>
          <a:lstStyle/>
          <a:p>
            <a:r>
              <a:rPr lang="en-US" altLang="nl-BE"/>
              <a:t>Lecture 11b</a:t>
            </a:r>
          </a:p>
        </p:txBody>
      </p:sp>
      <p:sp>
        <p:nvSpPr>
          <p:cNvPr id="25602" name="Rectangle 2">
            <a:extLst>
              <a:ext uri="{FF2B5EF4-FFF2-40B4-BE49-F238E27FC236}">
                <a16:creationId xmlns:a16="http://schemas.microsoft.com/office/drawing/2014/main" id="{78CC8D77-E93B-42A1-9880-EAF27041752B}"/>
              </a:ext>
            </a:extLst>
          </p:cNvPr>
          <p:cNvSpPr>
            <a:spLocks noGrp="1" noChangeArrowheads="1"/>
          </p:cNvSpPr>
          <p:nvPr>
            <p:ph type="title"/>
          </p:nvPr>
        </p:nvSpPr>
        <p:spPr/>
        <p:txBody>
          <a:bodyPr/>
          <a:lstStyle/>
          <a:p>
            <a:r>
              <a:rPr lang="en-US" altLang="nl-BE"/>
              <a:t>Commands</a:t>
            </a:r>
          </a:p>
        </p:txBody>
      </p:sp>
      <p:sp>
        <p:nvSpPr>
          <p:cNvPr id="25603" name="Rectangle 3">
            <a:extLst>
              <a:ext uri="{FF2B5EF4-FFF2-40B4-BE49-F238E27FC236}">
                <a16:creationId xmlns:a16="http://schemas.microsoft.com/office/drawing/2014/main" id="{E4743DC6-CE22-4D99-95F3-082A67A7E600}"/>
              </a:ext>
            </a:extLst>
          </p:cNvPr>
          <p:cNvSpPr>
            <a:spLocks noGrp="1" noChangeArrowheads="1"/>
          </p:cNvSpPr>
          <p:nvPr>
            <p:ph type="body" idx="1"/>
          </p:nvPr>
        </p:nvSpPr>
        <p:spPr>
          <a:xfrm>
            <a:off x="2209800" y="1752600"/>
            <a:ext cx="7772400" cy="4419600"/>
          </a:xfrm>
        </p:spPr>
        <p:txBody>
          <a:bodyPr/>
          <a:lstStyle/>
          <a:p>
            <a:r>
              <a:rPr lang="en-US" altLang="nl-BE"/>
              <a:t>Simple syntax: </a:t>
            </a:r>
          </a:p>
          <a:p>
            <a:r>
              <a:rPr lang="en-US" altLang="nl-BE"/>
              <a:t>Each command must start on its own line</a:t>
            </a:r>
          </a:p>
          <a:p>
            <a:r>
              <a:rPr lang="en-US" altLang="nl-BE"/>
              <a:t>Variable references are replaced by values</a:t>
            </a:r>
          </a:p>
          <a:p>
            <a:r>
              <a:rPr lang="en-US" altLang="nl-BE"/>
              <a:t>Lists in unquoted arguments are expanded</a:t>
            </a:r>
          </a:p>
          <a:p>
            <a:r>
              <a:rPr lang="en-US" altLang="nl-BE"/>
              <a:t>Argument meanings defined by command</a:t>
            </a:r>
          </a:p>
          <a:p>
            <a:r>
              <a:rPr lang="en-US" altLang="nl-BE"/>
              <a:t>Both positional and keyword arguments used</a:t>
            </a:r>
          </a:p>
        </p:txBody>
      </p:sp>
      <p:sp>
        <p:nvSpPr>
          <p:cNvPr id="25604" name="Text Box 4">
            <a:extLst>
              <a:ext uri="{FF2B5EF4-FFF2-40B4-BE49-F238E27FC236}">
                <a16:creationId xmlns:a16="http://schemas.microsoft.com/office/drawing/2014/main" id="{EAC9D0DD-74CB-437C-AF67-95722D7A17A7}"/>
              </a:ext>
            </a:extLst>
          </p:cNvPr>
          <p:cNvSpPr txBox="1">
            <a:spLocks noChangeArrowheads="1"/>
          </p:cNvSpPr>
          <p:nvPr/>
        </p:nvSpPr>
        <p:spPr bwMode="auto">
          <a:xfrm>
            <a:off x="5181600" y="1676401"/>
            <a:ext cx="4191000" cy="70326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i="1">
                <a:latin typeface="Courier New" panose="02070309020205020404" pitchFamily="49" charset="0"/>
              </a:rPr>
              <a:t>COMMAND</a:t>
            </a:r>
            <a:r>
              <a:rPr lang="en-US" altLang="nl-BE" sz="1600" b="1">
                <a:latin typeface="Courier New" panose="02070309020205020404" pitchFamily="49" charset="0"/>
              </a:rPr>
              <a:t>(ARG “ARG WITH SPACES”</a:t>
            </a:r>
          </a:p>
          <a:p>
            <a:pPr algn="l">
              <a:spcBef>
                <a:spcPct val="50000"/>
              </a:spcBef>
            </a:pPr>
            <a:r>
              <a:rPr lang="en-US" altLang="nl-BE" sz="1600" b="1">
                <a:latin typeface="Courier New" panose="02070309020205020404" pitchFamily="49" charset="0"/>
              </a:rPr>
              <a:t>        ${A_LIST} “${A_STRING}”)</a:t>
            </a:r>
          </a:p>
        </p:txBody>
      </p:sp>
      <p:sp>
        <p:nvSpPr>
          <p:cNvPr id="25605" name="Text Box 5">
            <a:extLst>
              <a:ext uri="{FF2B5EF4-FFF2-40B4-BE49-F238E27FC236}">
                <a16:creationId xmlns:a16="http://schemas.microsoft.com/office/drawing/2014/main" id="{AE881DE5-782D-4729-B7D3-7BDB9E344A12}"/>
              </a:ext>
            </a:extLst>
          </p:cNvPr>
          <p:cNvSpPr txBox="1">
            <a:spLocks noChangeArrowheads="1"/>
          </p:cNvSpPr>
          <p:nvPr/>
        </p:nvSpPr>
        <p:spPr bwMode="auto">
          <a:xfrm>
            <a:off x="3505200" y="5257801"/>
            <a:ext cx="5257800" cy="10699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nl-BE" sz="1600" b="1">
                <a:latin typeface="Courier New" panose="02070309020205020404" pitchFamily="49" charset="0"/>
              </a:rPr>
              <a:t>TARGET_LINK_LIBRARIES(myTarget lib1 lib2)</a:t>
            </a:r>
          </a:p>
          <a:p>
            <a:pPr algn="l">
              <a:spcBef>
                <a:spcPct val="50000"/>
              </a:spcBef>
            </a:pPr>
            <a:r>
              <a:rPr lang="en-US" altLang="nl-BE" sz="1600" b="1">
                <a:latin typeface="Courier New" panose="02070309020205020404" pitchFamily="49" charset="0"/>
              </a:rPr>
              <a:t>FIND_LIBRARY(MY_LIB NAMES my1 my2</a:t>
            </a:r>
          </a:p>
          <a:p>
            <a:pPr algn="l">
              <a:spcBef>
                <a:spcPct val="50000"/>
              </a:spcBef>
            </a:pPr>
            <a:r>
              <a:rPr lang="en-US" altLang="nl-BE" sz="1600" b="1">
                <a:latin typeface="Courier New" panose="02070309020205020404" pitchFamily="49" charset="0"/>
              </a:rPr>
              <a:t>                    PATHS /foo /bar)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Debug vs Release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857250" lvl="1" indent="-457200">
              <a:buFont typeface="+mj-lt"/>
              <a:buAutoNum type="arabicPeriod" startAt="2"/>
            </a:pPr>
            <a:r>
              <a:rPr lang="en-US" altLang="zh-TW" dirty="0">
                <a:solidFill>
                  <a:srgbClr val="4E5865"/>
                </a:solidFill>
                <a:ea typeface="新細明體"/>
              </a:rPr>
              <a:t>When you want to use an external library in the Debug/Release mode.</a:t>
            </a:r>
          </a:p>
          <a:p>
            <a:pPr marL="1200150" lvl="2" indent="-342900">
              <a:buBlip>
                <a:blip r:embed="rId2"/>
              </a:buBlip>
            </a:pPr>
            <a:r>
              <a:rPr lang="en-US" altLang="zh-TW" sz="2400" dirty="0">
                <a:solidFill>
                  <a:srgbClr val="4E5865"/>
                </a:solidFill>
                <a:ea typeface="新細明體"/>
              </a:rPr>
              <a:t>Firstly, you will download the external library's source codes and compile it in both debug and release modes. You MUST have separate folders containing the debug binaries and release binaries. Say the external debug library is in /some/path/foo/debug/libfoo.so and the release library is in /some/path/foo/release/libfoo.so .</a:t>
            </a:r>
          </a:p>
          <a:p>
            <a:pPr marL="1200150" lvl="2" indent="-342900">
              <a:buBlip>
                <a:blip r:embed="rId2"/>
              </a:buBlip>
            </a:pPr>
            <a:r>
              <a:rPr lang="en-US" altLang="zh-TW" dirty="0">
                <a:solidFill>
                  <a:srgbClr val="4E5865"/>
                </a:solidFill>
                <a:ea typeface="新細明體"/>
              </a:rPr>
              <a:t>Say, the executable in your project is called </a:t>
            </a:r>
            <a:r>
              <a:rPr lang="en-US" altLang="zh-TW" dirty="0" err="1">
                <a:solidFill>
                  <a:srgbClr val="4E5865"/>
                </a:solidFill>
                <a:ea typeface="新細明體"/>
              </a:rPr>
              <a:t>my_app</a:t>
            </a:r>
            <a:r>
              <a:rPr lang="en-US" altLang="zh-TW" dirty="0">
                <a:solidFill>
                  <a:srgbClr val="4E5865"/>
                </a:solidFill>
                <a:ea typeface="新細明體"/>
              </a:rPr>
              <a:t> then you can use the following command in </a:t>
            </a:r>
            <a:r>
              <a:rPr lang="en-US" altLang="zh-TW" dirty="0" err="1">
                <a:solidFill>
                  <a:srgbClr val="4E5865"/>
                </a:solidFill>
                <a:ea typeface="新細明體"/>
              </a:rPr>
              <a:t>my_app</a:t>
            </a:r>
            <a:r>
              <a:rPr lang="en-US" altLang="zh-TW" dirty="0">
                <a:solidFill>
                  <a:srgbClr val="4E5865"/>
                </a:solidFill>
                <a:ea typeface="新細明體"/>
              </a:rPr>
              <a:t> project's CMakeLists.txt file, to link the external foo </a:t>
            </a:r>
            <a:r>
              <a:rPr lang="en-US" altLang="zh-TW" dirty="0" err="1">
                <a:solidFill>
                  <a:srgbClr val="4E5865"/>
                </a:solidFill>
                <a:ea typeface="新細明體"/>
              </a:rPr>
              <a:t>liibrary</a:t>
            </a:r>
            <a:r>
              <a:rPr lang="en-US" altLang="zh-TW" dirty="0">
                <a:solidFill>
                  <a:srgbClr val="4E5865"/>
                </a:solidFill>
                <a:ea typeface="新細明體"/>
              </a:rPr>
              <a:t>.</a:t>
            </a:r>
          </a:p>
          <a:p>
            <a:pPr marL="742950" lvl="1" indent="-342900">
              <a:buBlip>
                <a:blip r:embed="rId2"/>
              </a:buBlip>
            </a:pPr>
            <a:r>
              <a:rPr lang="en-US" altLang="zh-TW" dirty="0" err="1">
                <a:solidFill>
                  <a:srgbClr val="4E5865"/>
                </a:solidFill>
                <a:ea typeface="新細明體"/>
              </a:rPr>
              <a:t>target_link_libraries</a:t>
            </a:r>
            <a:r>
              <a:rPr lang="en-US" altLang="zh-TW" dirty="0">
                <a:solidFill>
                  <a:srgbClr val="4E5865"/>
                </a:solidFill>
                <a:ea typeface="新細明體"/>
              </a:rPr>
              <a:t>( </a:t>
            </a:r>
            <a:r>
              <a:rPr lang="en-US" altLang="zh-TW" dirty="0" err="1">
                <a:solidFill>
                  <a:srgbClr val="4E5865"/>
                </a:solidFill>
                <a:ea typeface="新細明體"/>
              </a:rPr>
              <a:t>my_app</a:t>
            </a:r>
            <a:r>
              <a:rPr lang="en-US" altLang="zh-TW" dirty="0">
                <a:solidFill>
                  <a:srgbClr val="4E5865"/>
                </a:solidFill>
                <a:ea typeface="新細明體"/>
              </a:rPr>
              <a:t> </a:t>
            </a:r>
          </a:p>
          <a:p>
            <a:pPr marL="742950" lvl="1" indent="-342900">
              <a:buBlip>
                <a:blip r:embed="rId2"/>
              </a:buBlip>
            </a:pPr>
            <a:r>
              <a:rPr lang="en-US" altLang="zh-TW" dirty="0">
                <a:solidFill>
                  <a:srgbClr val="4E5865"/>
                </a:solidFill>
                <a:ea typeface="新細明體"/>
              </a:rPr>
              <a:t>debug /some/path/foo/debug/libfoo.so </a:t>
            </a:r>
          </a:p>
          <a:p>
            <a:pPr marL="742950" lvl="1" indent="-342900">
              <a:buBlip>
                <a:blip r:embed="rId2"/>
              </a:buBlip>
            </a:pPr>
            <a:r>
              <a:rPr lang="en-US" altLang="zh-TW" dirty="0">
                <a:solidFill>
                  <a:srgbClr val="4E5865"/>
                </a:solidFill>
                <a:ea typeface="新細明體"/>
              </a:rPr>
              <a:t>optimized /some/path/foo/release/libfoo.so)</a:t>
            </a:r>
          </a:p>
          <a:p>
            <a:pPr marL="742950" lvl="1" indent="-342900">
              <a:buBlip>
                <a:blip r:embed="rId2"/>
              </a:buBlip>
            </a:pPr>
            <a:r>
              <a:rPr lang="en-US" altLang="zh-TW" dirty="0">
                <a:solidFill>
                  <a:srgbClr val="4E5865"/>
                </a:solidFill>
                <a:ea typeface="新細明體"/>
              </a:rPr>
              <a:t>Now, when you will run</a:t>
            </a:r>
          </a:p>
          <a:p>
            <a:pPr marL="742950" lvl="1" indent="-342900">
              <a:buBlip>
                <a:blip r:embed="rId2"/>
              </a:buBlip>
            </a:pPr>
            <a:r>
              <a:rPr lang="en-US" altLang="zh-TW" dirty="0" err="1">
                <a:solidFill>
                  <a:srgbClr val="4E5865"/>
                </a:solidFill>
                <a:ea typeface="新細明體"/>
              </a:rPr>
              <a:t>cmake</a:t>
            </a:r>
            <a:r>
              <a:rPr lang="en-US" altLang="zh-TW" dirty="0">
                <a:solidFill>
                  <a:srgbClr val="4E5865"/>
                </a:solidFill>
                <a:ea typeface="新細明體"/>
              </a:rPr>
              <a:t> -DCMAKE_BUILD_TYPE=Debug ..</a:t>
            </a:r>
          </a:p>
          <a:p>
            <a:pPr marL="742950" lvl="1" indent="-342900">
              <a:buBlip>
                <a:blip r:embed="rId2"/>
              </a:buBlip>
            </a:pPr>
            <a:r>
              <a:rPr lang="en-US" altLang="zh-TW" dirty="0">
                <a:solidFill>
                  <a:srgbClr val="4E5865"/>
                </a:solidFill>
                <a:ea typeface="新細明體"/>
              </a:rPr>
              <a:t>while generating the build files for </a:t>
            </a:r>
            <a:r>
              <a:rPr lang="en-US" altLang="zh-TW" dirty="0" err="1">
                <a:solidFill>
                  <a:srgbClr val="4E5865"/>
                </a:solidFill>
                <a:ea typeface="新細明體"/>
              </a:rPr>
              <a:t>my_app</a:t>
            </a:r>
            <a:r>
              <a:rPr lang="en-US" altLang="zh-TW" dirty="0">
                <a:solidFill>
                  <a:srgbClr val="4E5865"/>
                </a:solidFill>
                <a:ea typeface="新細明體"/>
              </a:rPr>
              <a:t> project ,  /some/path/foo/debug/libfoo.so will be linked against </a:t>
            </a:r>
            <a:r>
              <a:rPr lang="en-US" altLang="zh-TW" dirty="0" err="1">
                <a:solidFill>
                  <a:srgbClr val="4E5865"/>
                </a:solidFill>
                <a:ea typeface="新細明體"/>
              </a:rPr>
              <a:t>my_app</a:t>
            </a:r>
            <a:r>
              <a:rPr lang="en-US" altLang="zh-TW" dirty="0">
                <a:solidFill>
                  <a:srgbClr val="4E5865"/>
                </a:solidFill>
                <a:ea typeface="新細明體"/>
              </a:rPr>
              <a:t>.</a:t>
            </a:r>
          </a:p>
          <a:p>
            <a:pPr marL="742950" lvl="1" indent="-342900">
              <a:buBlip>
                <a:blip r:embed="rId2"/>
              </a:buBlip>
            </a:pPr>
            <a:r>
              <a:rPr lang="en-US" altLang="zh-TW" dirty="0">
                <a:solidFill>
                  <a:srgbClr val="4E5865"/>
                </a:solidFill>
                <a:ea typeface="新細明體"/>
              </a:rPr>
              <a:t>Similarly, when you will run</a:t>
            </a:r>
          </a:p>
          <a:p>
            <a:pPr marL="742950" lvl="1" indent="-342900">
              <a:buBlip>
                <a:blip r:embed="rId2"/>
              </a:buBlip>
            </a:pPr>
            <a:r>
              <a:rPr lang="en-US" altLang="zh-TW" dirty="0" err="1">
                <a:solidFill>
                  <a:srgbClr val="4E5865"/>
                </a:solidFill>
                <a:ea typeface="新細明體"/>
              </a:rPr>
              <a:t>cmake</a:t>
            </a:r>
            <a:r>
              <a:rPr lang="en-US" altLang="zh-TW" dirty="0">
                <a:solidFill>
                  <a:srgbClr val="4E5865"/>
                </a:solidFill>
                <a:ea typeface="新細明體"/>
              </a:rPr>
              <a:t> -DCMAKE_BUILD_TYPE=Release .. </a:t>
            </a:r>
          </a:p>
          <a:p>
            <a:pPr marL="742950" lvl="1" indent="-342900">
              <a:buBlip>
                <a:blip r:embed="rId2"/>
              </a:buBlip>
            </a:pPr>
            <a:r>
              <a:rPr lang="en-US" altLang="zh-TW" dirty="0">
                <a:solidFill>
                  <a:srgbClr val="4E5865"/>
                </a:solidFill>
                <a:ea typeface="新細明體"/>
              </a:rPr>
              <a:t>/some/path/foo/release/libfoo.so will be linked against </a:t>
            </a:r>
            <a:r>
              <a:rPr lang="en-US" altLang="zh-TW" dirty="0" err="1">
                <a:solidFill>
                  <a:srgbClr val="4E5865"/>
                </a:solidFill>
                <a:ea typeface="新細明體"/>
              </a:rPr>
              <a:t>my_app</a:t>
            </a:r>
            <a:r>
              <a:rPr lang="en-US" altLang="zh-TW" dirty="0">
                <a:solidFill>
                  <a:srgbClr val="4E5865"/>
                </a:solidFill>
                <a:ea typeface="新細明體"/>
              </a:rPr>
              <a:t>.</a:t>
            </a:r>
          </a:p>
          <a:p>
            <a:pPr marL="742950" lvl="1" indent="-342900">
              <a:buBlip>
                <a:blip r:embed="rId2"/>
              </a:buBlip>
            </a:pPr>
            <a:r>
              <a:rPr lang="en-US" altLang="zh-TW" dirty="0">
                <a:solidFill>
                  <a:srgbClr val="4E5865"/>
                </a:solidFill>
                <a:ea typeface="新細明體"/>
              </a:rPr>
              <a:t>Note here that, running the </a:t>
            </a:r>
            <a:r>
              <a:rPr lang="en-US" altLang="zh-TW" dirty="0" err="1">
                <a:solidFill>
                  <a:srgbClr val="4E5865"/>
                </a:solidFill>
                <a:ea typeface="新細明體"/>
              </a:rPr>
              <a:t>cmake</a:t>
            </a:r>
            <a:r>
              <a:rPr lang="en-US" altLang="zh-TW" dirty="0">
                <a:solidFill>
                  <a:srgbClr val="4E5865"/>
                </a:solidFill>
                <a:ea typeface="新細明體"/>
              </a:rPr>
              <a:t>.. command i.e. without any build type will throw an error.</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39</a:t>
            </a:fld>
            <a:endParaRPr lang="en-US" dirty="0"/>
          </a:p>
        </p:txBody>
      </p:sp>
    </p:spTree>
    <p:extLst>
      <p:ext uri="{BB962C8B-B14F-4D97-AF65-F5344CB8AC3E}">
        <p14:creationId xmlns:p14="http://schemas.microsoft.com/office/powerpoint/2010/main" val="1599670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40</a:t>
            </a:fld>
            <a:endParaRPr lang="en-US" dirty="0"/>
          </a:p>
        </p:txBody>
      </p:sp>
      <p:sp>
        <p:nvSpPr>
          <p:cNvPr id="4" name="Rectangle 1">
            <a:extLst>
              <a:ext uri="{FF2B5EF4-FFF2-40B4-BE49-F238E27FC236}">
                <a16:creationId xmlns:a16="http://schemas.microsoft.com/office/drawing/2014/main" id="{47D7A34F-6330-42AE-9887-EC1A0572A122}"/>
              </a:ext>
            </a:extLst>
          </p:cNvPr>
          <p:cNvSpPr>
            <a:spLocks noGrp="1" noChangeArrowheads="1"/>
          </p:cNvSpPr>
          <p:nvPr>
            <p:ph idx="1"/>
          </p:nvPr>
        </p:nvSpPr>
        <p:spPr bwMode="auto">
          <a:xfrm>
            <a:off x="274638" y="1001713"/>
            <a:ext cx="11514137" cy="534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dirty="0">
                <a:ln>
                  <a:noFill/>
                </a:ln>
                <a:solidFill>
                  <a:schemeClr val="tx1"/>
                </a:solidFill>
                <a:effectLst/>
                <a:latin typeface="Arial" panose="020B0604020202020204" pitchFamily="34" charset="0"/>
              </a:rPr>
              <a:t>Debug/Release Mode</a:t>
            </a: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1" i="0" u="none" strike="noStrike" cap="none" normalizeH="0" baseline="0" dirty="0">
                <a:ln>
                  <a:noFill/>
                </a:ln>
                <a:solidFill>
                  <a:schemeClr val="tx1"/>
                </a:solidFill>
                <a:effectLst/>
                <a:latin typeface="Arial" panose="020B0604020202020204" pitchFamily="34" charset="0"/>
              </a:rPr>
              <a:t>Q:</a:t>
            </a:r>
            <a:r>
              <a:rPr kumimoji="0" lang="nl-BE" altLang="nl-BE" sz="1800" b="0" i="0" u="none" strike="noStrike" cap="none" normalizeH="0" baseline="0" dirty="0">
                <a:ln>
                  <a:noFill/>
                </a:ln>
                <a:solidFill>
                  <a:schemeClr val="tx1"/>
                </a:solidFill>
                <a:effectLst/>
                <a:latin typeface="Arial" panose="020B0604020202020204" pitchFamily="34" charset="0"/>
              </a:rPr>
              <a:t> How </a:t>
            </a:r>
            <a:r>
              <a:rPr kumimoji="0" lang="nl-BE" altLang="nl-BE" sz="1800" b="0" i="0" u="none" strike="noStrike" cap="none" normalizeH="0" baseline="0" dirty="0" err="1">
                <a:ln>
                  <a:noFill/>
                </a:ln>
                <a:solidFill>
                  <a:schemeClr val="tx1"/>
                </a:solidFill>
                <a:effectLst/>
                <a:latin typeface="Arial" panose="020B0604020202020204" pitchFamily="34" charset="0"/>
              </a:rPr>
              <a:t>can</a:t>
            </a:r>
            <a:r>
              <a:rPr kumimoji="0" lang="nl-BE" altLang="nl-BE" sz="1800" b="0" i="0" u="none" strike="noStrike" cap="none" normalizeH="0" baseline="0" dirty="0">
                <a:ln>
                  <a:noFill/>
                </a:ln>
                <a:solidFill>
                  <a:schemeClr val="tx1"/>
                </a:solidFill>
                <a:effectLst/>
                <a:latin typeface="Arial" panose="020B0604020202020204" pitchFamily="34" charset="0"/>
              </a:rPr>
              <a:t> we handle different </a:t>
            </a:r>
            <a:r>
              <a:rPr kumimoji="0" lang="nl-BE" altLang="nl-BE" sz="1800" b="0" i="0" u="none" strike="noStrike" cap="none" normalizeH="0" baseline="0" dirty="0" err="1">
                <a:ln>
                  <a:noFill/>
                </a:ln>
                <a:solidFill>
                  <a:schemeClr val="tx1"/>
                </a:solidFill>
                <a:effectLst/>
                <a:latin typeface="Arial" panose="020B0604020202020204" pitchFamily="34" charset="0"/>
              </a:rPr>
              <a:t>build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configurations</a:t>
            </a:r>
            <a:r>
              <a:rPr kumimoji="0" lang="nl-BE" altLang="nl-BE" sz="1800" b="0" i="0" u="none" strike="noStrike" cap="none" normalizeH="0" baseline="0" dirty="0">
                <a:ln>
                  <a:noFill/>
                </a:ln>
                <a:solidFill>
                  <a:schemeClr val="tx1"/>
                </a:solidFill>
                <a:effectLst/>
                <a:latin typeface="Arial" panose="020B0604020202020204" pitchFamily="34" charset="0"/>
              </a:rPr>
              <a:t> like </a:t>
            </a:r>
            <a:r>
              <a:rPr kumimoji="0" lang="nl-BE" altLang="nl-BE" sz="1800" b="1" i="0" u="none" strike="noStrike" cap="none" normalizeH="0" baseline="0" dirty="0">
                <a:ln>
                  <a:noFill/>
                </a:ln>
                <a:solidFill>
                  <a:schemeClr val="tx1"/>
                </a:solidFill>
                <a:effectLst/>
                <a:latin typeface="Arial" panose="020B0604020202020204" pitchFamily="34" charset="0"/>
              </a:rPr>
              <a:t>debug, release</a:t>
            </a:r>
            <a:r>
              <a:rPr kumimoji="0" lang="nl-BE" altLang="nl-BE" sz="1800" b="0" i="0" u="none" strike="noStrike" cap="none" normalizeH="0" baseline="0" dirty="0">
                <a:ln>
                  <a:noFill/>
                </a:ln>
                <a:solidFill>
                  <a:schemeClr val="tx1"/>
                </a:solidFill>
                <a:effectLst/>
                <a:latin typeface="Arial" panose="020B0604020202020204" pitchFamily="34" charset="0"/>
              </a:rPr>
              <a:t> etc. </a:t>
            </a:r>
            <a:r>
              <a:rPr kumimoji="0" lang="nl-BE" altLang="nl-BE" sz="1800" b="0" i="0" u="none" strike="noStrike" cap="none" normalizeH="0" baseline="0" dirty="0" err="1">
                <a:ln>
                  <a:noFill/>
                </a:ln>
                <a:solidFill>
                  <a:schemeClr val="tx1"/>
                </a:solidFill>
                <a:effectLst/>
                <a:latin typeface="Arial" panose="020B0604020202020204" pitchFamily="34" charset="0"/>
              </a:rPr>
              <a:t>using</a:t>
            </a:r>
            <a:r>
              <a:rPr kumimoji="0" lang="nl-BE" altLang="nl-BE" sz="1800" b="0" i="0" u="none" strike="noStrike" cap="none" normalizeH="0" baseline="0" dirty="0">
                <a:ln>
                  <a:noFill/>
                </a:ln>
                <a:solidFill>
                  <a:schemeClr val="tx1"/>
                </a:solidFill>
                <a:effectLst/>
                <a:latin typeface="Arial" panose="020B0604020202020204" pitchFamily="34" charset="0"/>
              </a:rPr>
              <a:t> CMakeLists.txt file?</a:t>
            </a: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1" i="0" u="none" strike="noStrike" cap="none" normalizeH="0" baseline="0" dirty="0">
                <a:ln>
                  <a:noFill/>
                </a:ln>
                <a:solidFill>
                  <a:schemeClr val="tx1"/>
                </a:solidFill>
                <a:effectLst/>
                <a:latin typeface="Arial" panose="020B0604020202020204" pitchFamily="34" charset="0"/>
              </a:rPr>
              <a:t>A: </a:t>
            </a:r>
            <a:r>
              <a:rPr kumimoji="0" lang="nl-BE" altLang="nl-BE" sz="1800" b="0" i="0" u="none" strike="noStrike" cap="none" normalizeH="0" baseline="0" dirty="0" err="1">
                <a:ln>
                  <a:noFill/>
                </a:ln>
                <a:solidFill>
                  <a:schemeClr val="tx1"/>
                </a:solidFill>
                <a:effectLst/>
                <a:latin typeface="Arial" panose="020B0604020202020204" pitchFamily="34" charset="0"/>
              </a:rPr>
              <a:t>There</a:t>
            </a:r>
            <a:r>
              <a:rPr kumimoji="0" lang="nl-BE" altLang="nl-BE" sz="1800" b="0" i="0" u="none" strike="noStrike" cap="none" normalizeH="0" baseline="0" dirty="0">
                <a:ln>
                  <a:noFill/>
                </a:ln>
                <a:solidFill>
                  <a:schemeClr val="tx1"/>
                </a:solidFill>
                <a:effectLst/>
                <a:latin typeface="Arial" panose="020B0604020202020204" pitchFamily="34" charset="0"/>
              </a:rPr>
              <a:t> are these 2 case </a:t>
            </a:r>
            <a:r>
              <a:rPr kumimoji="0" lang="nl-BE" altLang="nl-BE" sz="1800" b="0" i="0" u="none" strike="noStrike" cap="none" normalizeH="0" baseline="0" dirty="0" err="1">
                <a:ln>
                  <a:noFill/>
                </a:ln>
                <a:solidFill>
                  <a:schemeClr val="tx1"/>
                </a:solidFill>
                <a:effectLst/>
                <a:latin typeface="Arial" panose="020B0604020202020204" pitchFamily="34" charset="0"/>
              </a:rPr>
              <a:t>scenarios</a:t>
            </a:r>
            <a:r>
              <a:rPr kumimoji="0" lang="nl-BE" altLang="nl-BE"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1" i="0" u="none" strike="noStrike" cap="none" normalizeH="0" baseline="0" dirty="0">
                <a:ln>
                  <a:noFill/>
                </a:ln>
                <a:solidFill>
                  <a:schemeClr val="tx1"/>
                </a:solidFill>
                <a:effectLst/>
                <a:latin typeface="Arial" panose="020B0604020202020204" pitchFamily="34" charset="0"/>
              </a:rPr>
              <a:t>1.</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1" i="0" u="none" strike="noStrike" cap="none" normalizeH="0" baseline="0" dirty="0" err="1">
                <a:ln>
                  <a:noFill/>
                </a:ln>
                <a:solidFill>
                  <a:schemeClr val="tx1"/>
                </a:solidFill>
                <a:effectLst/>
                <a:latin typeface="Arial" panose="020B0604020202020204" pitchFamily="34" charset="0"/>
              </a:rPr>
              <a:t>You</a:t>
            </a:r>
            <a:r>
              <a:rPr kumimoji="0" lang="nl-BE" altLang="nl-BE" sz="1800" b="1" i="0" u="none" strike="noStrike" cap="none" normalizeH="0" baseline="0" dirty="0">
                <a:ln>
                  <a:noFill/>
                </a:ln>
                <a:solidFill>
                  <a:schemeClr val="tx1"/>
                </a:solidFill>
                <a:effectLst/>
                <a:latin typeface="Arial" panose="020B0604020202020204" pitchFamily="34" charset="0"/>
              </a:rPr>
              <a:t> are making a project, </a:t>
            </a:r>
            <a:r>
              <a:rPr kumimoji="0" lang="nl-BE" altLang="nl-BE" sz="1800" b="1" i="0" u="none" strike="noStrike" cap="none" normalizeH="0" baseline="0" dirty="0" err="1">
                <a:ln>
                  <a:noFill/>
                </a:ln>
                <a:solidFill>
                  <a:schemeClr val="tx1"/>
                </a:solidFill>
                <a:effectLst/>
                <a:latin typeface="Arial" panose="020B0604020202020204" pitchFamily="34" charset="0"/>
              </a:rPr>
              <a:t>which</a:t>
            </a:r>
            <a:r>
              <a:rPr kumimoji="0" lang="nl-BE" altLang="nl-BE" sz="1800" b="1" i="0" u="none" strike="noStrike" cap="none" normalizeH="0" baseline="0" dirty="0">
                <a:ln>
                  <a:noFill/>
                </a:ln>
                <a:solidFill>
                  <a:schemeClr val="tx1"/>
                </a:solidFill>
                <a:effectLst/>
                <a:latin typeface="Arial" panose="020B0604020202020204" pitchFamily="34" charset="0"/>
              </a:rPr>
              <a:t> does </a:t>
            </a:r>
            <a:r>
              <a:rPr kumimoji="0" lang="nl-BE" altLang="nl-BE" sz="1800" b="1" i="0" u="none" strike="noStrike" cap="none" normalizeH="0" baseline="0" dirty="0" err="1">
                <a:ln>
                  <a:noFill/>
                </a:ln>
                <a:solidFill>
                  <a:schemeClr val="tx1"/>
                </a:solidFill>
                <a:effectLst/>
                <a:latin typeface="Arial" panose="020B0604020202020204" pitchFamily="34" charset="0"/>
              </a:rPr>
              <a:t>not</a:t>
            </a:r>
            <a:r>
              <a:rPr kumimoji="0" lang="nl-BE" altLang="nl-BE" sz="1800" b="1" i="0" u="none" strike="noStrike" cap="none" normalizeH="0" baseline="0" dirty="0">
                <a:ln>
                  <a:noFill/>
                </a:ln>
                <a:solidFill>
                  <a:schemeClr val="tx1"/>
                </a:solidFill>
                <a:effectLst/>
                <a:latin typeface="Arial" panose="020B0604020202020204" pitchFamily="34" charset="0"/>
              </a:rPr>
              <a:t> </a:t>
            </a:r>
            <a:r>
              <a:rPr kumimoji="0" lang="nl-BE" altLang="nl-BE" sz="1800" b="1" i="0" u="none" strike="noStrike" cap="none" normalizeH="0" baseline="0" dirty="0" err="1">
                <a:ln>
                  <a:noFill/>
                </a:ln>
                <a:solidFill>
                  <a:schemeClr val="tx1"/>
                </a:solidFill>
                <a:effectLst/>
                <a:latin typeface="Arial" panose="020B0604020202020204" pitchFamily="34" charset="0"/>
              </a:rPr>
              <a:t>dependent</a:t>
            </a:r>
            <a:r>
              <a:rPr kumimoji="0" lang="nl-BE" altLang="nl-BE" sz="1800" b="1" i="0" u="none" strike="noStrike" cap="none" normalizeH="0" baseline="0" dirty="0">
                <a:ln>
                  <a:noFill/>
                </a:ln>
                <a:solidFill>
                  <a:schemeClr val="tx1"/>
                </a:solidFill>
                <a:effectLst/>
                <a:latin typeface="Arial" panose="020B0604020202020204" pitchFamily="34" charset="0"/>
              </a:rPr>
              <a:t> on </a:t>
            </a:r>
            <a:r>
              <a:rPr kumimoji="0" lang="nl-BE" altLang="nl-BE" sz="1800" b="1" i="0" u="none" strike="noStrike" cap="none" normalizeH="0" baseline="0" dirty="0" err="1">
                <a:ln>
                  <a:noFill/>
                </a:ln>
                <a:solidFill>
                  <a:schemeClr val="tx1"/>
                </a:solidFill>
                <a:effectLst/>
                <a:latin typeface="Arial" panose="020B0604020202020204" pitchFamily="34" charset="0"/>
              </a:rPr>
              <a:t>any</a:t>
            </a:r>
            <a:r>
              <a:rPr kumimoji="0" lang="nl-BE" altLang="nl-BE" sz="1800" b="1" i="0" u="none" strike="noStrike" cap="none" normalizeH="0" baseline="0" dirty="0">
                <a:ln>
                  <a:noFill/>
                </a:ln>
                <a:solidFill>
                  <a:schemeClr val="tx1"/>
                </a:solidFill>
                <a:effectLst/>
                <a:latin typeface="Arial" panose="020B0604020202020204" pitchFamily="34" charset="0"/>
              </a:rPr>
              <a:t> external </a:t>
            </a:r>
            <a:r>
              <a:rPr kumimoji="0" lang="nl-BE" altLang="nl-BE" sz="1800" b="1" i="0" u="none" strike="noStrike" cap="none" normalizeH="0" baseline="0" dirty="0" err="1">
                <a:ln>
                  <a:noFill/>
                </a:ln>
                <a:solidFill>
                  <a:schemeClr val="tx1"/>
                </a:solidFill>
                <a:effectLst/>
                <a:latin typeface="Arial" panose="020B0604020202020204" pitchFamily="34" charset="0"/>
              </a:rPr>
              <a:t>library</a:t>
            </a:r>
            <a:r>
              <a:rPr kumimoji="0" lang="nl-BE" altLang="nl-BE" sz="1800" b="0" i="0" u="none" strike="noStrike" cap="none" normalizeH="0" baseline="0" dirty="0">
                <a:ln>
                  <a:noFill/>
                </a:ln>
                <a:solidFill>
                  <a:schemeClr val="tx1"/>
                </a:solidFill>
                <a:effectLst/>
                <a:latin typeface="Arial" panose="020B0604020202020204" pitchFamily="34" charset="0"/>
              </a:rPr>
              <a:t>. In </a:t>
            </a:r>
            <a:r>
              <a:rPr kumimoji="0" lang="nl-BE" altLang="nl-BE" sz="1800" b="0" i="0" u="none" strike="noStrike" cap="none" normalizeH="0" baseline="0" dirty="0" err="1">
                <a:ln>
                  <a:noFill/>
                </a:ln>
                <a:solidFill>
                  <a:schemeClr val="tx1"/>
                </a:solidFill>
                <a:effectLst/>
                <a:latin typeface="Arial" panose="020B0604020202020204" pitchFamily="34" charset="0"/>
              </a:rPr>
              <a:t>this</a:t>
            </a:r>
            <a:r>
              <a:rPr kumimoji="0" lang="nl-BE" altLang="nl-BE" sz="1800" b="0" i="0" u="none" strike="noStrike" cap="none" normalizeH="0" baseline="0" dirty="0">
                <a:ln>
                  <a:noFill/>
                </a:ln>
                <a:solidFill>
                  <a:schemeClr val="tx1"/>
                </a:solidFill>
                <a:effectLst/>
                <a:latin typeface="Arial" panose="020B0604020202020204" pitchFamily="34" charset="0"/>
              </a:rPr>
              <a:t> case, </a:t>
            </a:r>
            <a:r>
              <a:rPr kumimoji="0" lang="nl-BE" altLang="nl-BE" sz="1800" b="0" i="0" u="none" strike="noStrike" cap="none" normalizeH="0" baseline="0" dirty="0" err="1">
                <a:ln>
                  <a:noFill/>
                </a:ln>
                <a:solidFill>
                  <a:schemeClr val="tx1"/>
                </a:solidFill>
                <a:effectLst/>
                <a:latin typeface="Arial" panose="020B0604020202020204" pitchFamily="34" charset="0"/>
              </a:rPr>
              <a:t>you</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can</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directly</a:t>
            </a:r>
            <a:r>
              <a:rPr kumimoji="0" lang="nl-BE" altLang="nl-BE" sz="1800" b="0" i="0" u="none" strike="noStrike" cap="none" normalizeH="0" baseline="0" dirty="0">
                <a:ln>
                  <a:noFill/>
                </a:ln>
                <a:solidFill>
                  <a:schemeClr val="tx1"/>
                </a:solidFill>
                <a:effectLst/>
                <a:latin typeface="Arial" panose="020B0604020202020204" pitchFamily="34" charset="0"/>
              </a:rPr>
              <a:t> set a </a:t>
            </a:r>
            <a:r>
              <a:rPr kumimoji="0" lang="nl-BE" altLang="nl-BE" sz="1800" b="0" i="0" u="none" strike="noStrike" cap="none" normalizeH="0" baseline="0" dirty="0" err="1">
                <a:ln>
                  <a:noFill/>
                </a:ln>
                <a:solidFill>
                  <a:schemeClr val="tx1"/>
                </a:solidFill>
                <a:effectLst/>
                <a:latin typeface="Arial" panose="020B0604020202020204" pitchFamily="34" charset="0"/>
              </a:rPr>
              <a:t>normal</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variable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000" b="0" i="0" u="none" strike="noStrike" cap="none" normalizeH="0" baseline="0" dirty="0">
                <a:ln>
                  <a:noFill/>
                </a:ln>
                <a:solidFill>
                  <a:schemeClr val="tx1"/>
                </a:solidFill>
                <a:effectLst/>
                <a:latin typeface="Arial Unicode MS"/>
              </a:rPr>
              <a:t>CMAKE_BUILD_TYPE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to</a:t>
            </a:r>
            <a:r>
              <a:rPr kumimoji="0" lang="nl-BE" altLang="nl-BE" sz="800" b="0" i="0" u="none" strike="noStrike" cap="none" normalizeH="0" baseline="0" dirty="0">
                <a:ln>
                  <a:noFill/>
                </a:ln>
                <a:solidFill>
                  <a:schemeClr val="tx1"/>
                </a:solidFill>
                <a:effectLst/>
              </a:rPr>
              <a:t> </a:t>
            </a:r>
            <a:r>
              <a:rPr kumimoji="0" lang="nl-BE" altLang="nl-BE" sz="1000" b="0" i="0" u="none" strike="noStrike" cap="none" normalizeH="0" baseline="0" dirty="0">
                <a:ln>
                  <a:noFill/>
                </a:ln>
                <a:solidFill>
                  <a:schemeClr val="tx1"/>
                </a:solidFill>
                <a:effectLst/>
                <a:latin typeface="Arial Unicode MS"/>
              </a:rPr>
              <a:t>Debug </a:t>
            </a:r>
            <a:r>
              <a:rPr kumimoji="0" lang="nl-BE" altLang="nl-BE" sz="800" b="0" i="0" u="none" strike="noStrike" cap="none" normalizeH="0" baseline="0" dirty="0">
                <a:ln>
                  <a:noFill/>
                </a:ln>
                <a:solidFill>
                  <a:schemeClr val="tx1"/>
                </a:solidFill>
                <a:effectLst/>
              </a:rPr>
              <a:t>or </a:t>
            </a:r>
            <a:r>
              <a:rPr kumimoji="0" lang="nl-BE" altLang="nl-BE" sz="1000" b="0" i="0" u="none" strike="noStrike" cap="none" normalizeH="0" baseline="0" dirty="0">
                <a:ln>
                  <a:noFill/>
                </a:ln>
                <a:solidFill>
                  <a:schemeClr val="tx1"/>
                </a:solidFill>
                <a:effectLst/>
                <a:latin typeface="Arial Unicode MS"/>
              </a:rPr>
              <a:t>Release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while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generating</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build</a:t>
            </a:r>
            <a:r>
              <a:rPr kumimoji="0" lang="nl-BE" altLang="nl-BE" sz="800" b="0" i="0" u="none" strike="noStrike" cap="none" normalizeH="0" baseline="0" dirty="0">
                <a:ln>
                  <a:noFill/>
                </a:ln>
                <a:solidFill>
                  <a:schemeClr val="tx1"/>
                </a:solidFill>
                <a:effectLst/>
              </a:rPr>
              <a:t> system files. </a:t>
            </a:r>
            <a:r>
              <a:rPr kumimoji="0" lang="nl-BE" altLang="nl-BE" sz="800" b="0" i="0" u="none" strike="noStrike" cap="none" normalizeH="0" baseline="0" dirty="0" err="1">
                <a:ln>
                  <a:noFill/>
                </a:ln>
                <a:solidFill>
                  <a:schemeClr val="tx1"/>
                </a:solidFill>
                <a:effectLst/>
              </a:rPr>
              <a:t>To</a:t>
            </a:r>
            <a:r>
              <a:rPr kumimoji="0" lang="nl-BE" altLang="nl-BE" sz="800" b="0" i="0" u="none" strike="noStrike" cap="none" normalizeH="0" baseline="0" dirty="0">
                <a:ln>
                  <a:noFill/>
                </a:ln>
                <a:solidFill>
                  <a:schemeClr val="tx1"/>
                </a:solidFill>
                <a:effectLst/>
              </a:rPr>
              <a:t> do </a:t>
            </a:r>
            <a:r>
              <a:rPr kumimoji="0" lang="nl-BE" altLang="nl-BE" sz="800" b="0" i="0" u="none" strike="noStrike" cap="none" normalizeH="0" baseline="0" dirty="0" err="1">
                <a:ln>
                  <a:noFill/>
                </a:ln>
                <a:solidFill>
                  <a:schemeClr val="tx1"/>
                </a:solidFill>
                <a:effectLst/>
              </a:rPr>
              <a:t>that</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simply</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execute</a:t>
            </a:r>
            <a:r>
              <a:rPr kumimoji="0" lang="nl-BE" altLang="nl-BE" sz="800" b="0" i="0" u="none" strike="noStrike" cap="none" normalizeH="0" baseline="0" dirty="0">
                <a:ln>
                  <a:noFill/>
                </a:ln>
                <a:solidFill>
                  <a:schemeClr val="tx1"/>
                </a:solidFill>
                <a:effectLst/>
              </a:rPr>
              <a:t> </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000" b="0" i="0" u="none" strike="noStrike" cap="none" normalizeH="0" baseline="0" dirty="0" err="1">
                <a:ln>
                  <a:noFill/>
                </a:ln>
                <a:solidFill>
                  <a:schemeClr val="tx1"/>
                </a:solidFill>
                <a:effectLst/>
                <a:latin typeface="Arial Unicode MS"/>
              </a:rPr>
              <a:t>cmake</a:t>
            </a:r>
            <a:r>
              <a:rPr kumimoji="0" lang="nl-BE" altLang="nl-BE" sz="1000" b="0" i="0" u="none" strike="noStrike" cap="none" normalizeH="0" baseline="0" dirty="0">
                <a:ln>
                  <a:noFill/>
                </a:ln>
                <a:solidFill>
                  <a:schemeClr val="tx1"/>
                </a:solidFill>
                <a:effectLst/>
                <a:latin typeface="Arial Unicode MS"/>
              </a:rPr>
              <a:t> -DCMAKE_BUILD_TYPE=Debug ..</a:t>
            </a:r>
            <a:r>
              <a:rPr kumimoji="0" lang="nl-BE" altLang="nl-BE" sz="800" b="0" i="0" u="none" strike="noStrike" cap="none" normalizeH="0" baseline="0" dirty="0">
                <a:ln>
                  <a:noFill/>
                </a:ln>
                <a:solidFill>
                  <a:schemeClr val="tx1"/>
                </a:solidFill>
                <a:effectLst/>
              </a:rPr>
              <a:t> or</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000" b="0" i="0" u="none" strike="noStrike" cap="none" normalizeH="0" baseline="0" dirty="0" err="1">
                <a:ln>
                  <a:noFill/>
                </a:ln>
                <a:solidFill>
                  <a:schemeClr val="tx1"/>
                </a:solidFill>
                <a:effectLst/>
                <a:latin typeface="Arial Unicode MS"/>
              </a:rPr>
              <a:t>cmake</a:t>
            </a:r>
            <a:r>
              <a:rPr kumimoji="0" lang="nl-BE" altLang="nl-BE" sz="1000" b="0" i="0" u="none" strike="noStrike" cap="none" normalizeH="0" baseline="0" dirty="0">
                <a:ln>
                  <a:noFill/>
                </a:ln>
                <a:solidFill>
                  <a:schemeClr val="tx1"/>
                </a:solidFill>
                <a:effectLst/>
                <a:latin typeface="Arial Unicode MS"/>
              </a:rPr>
              <a:t> -DCMAKE_BUILD_TYPE=Release ..</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commands</a:t>
            </a:r>
            <a:r>
              <a:rPr kumimoji="0" lang="nl-BE" altLang="nl-BE" sz="800" b="0" i="0" u="none" strike="noStrike" cap="none" normalizeH="0" baseline="0" dirty="0">
                <a:ln>
                  <a:noFill/>
                </a:ln>
                <a:solidFill>
                  <a:schemeClr val="tx1"/>
                </a:solidFill>
                <a:effectLst/>
              </a:rPr>
              <a:t>. </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dirty="0" err="1">
                <a:ln>
                  <a:noFill/>
                </a:ln>
                <a:solidFill>
                  <a:schemeClr val="tx1"/>
                </a:solidFill>
                <a:effectLst/>
                <a:latin typeface="Arial" panose="020B0604020202020204" pitchFamily="34" charset="0"/>
              </a:rPr>
              <a:t>You</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will</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see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that</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1" u="none" strike="noStrike" cap="none" normalizeH="0" baseline="0" dirty="0">
                <a:ln>
                  <a:noFill/>
                </a:ln>
                <a:solidFill>
                  <a:schemeClr val="tx1"/>
                </a:solidFill>
                <a:effectLst/>
                <a:latin typeface="Arial" panose="020B0604020202020204" pitchFamily="34" charset="0"/>
              </a:rPr>
              <a:t>release </a:t>
            </a:r>
            <a:r>
              <a:rPr kumimoji="0" lang="nl-BE" altLang="nl-BE" sz="1800" b="0" i="0" u="none" strike="noStrike" cap="none" normalizeH="0" baseline="0" dirty="0" err="1">
                <a:ln>
                  <a:noFill/>
                </a:ln>
                <a:solidFill>
                  <a:schemeClr val="tx1"/>
                </a:solidFill>
                <a:effectLst/>
                <a:latin typeface="Arial" panose="020B0604020202020204" pitchFamily="34" charset="0"/>
              </a:rPr>
              <a:t>build</a:t>
            </a:r>
            <a:r>
              <a:rPr kumimoji="0" lang="nl-BE" altLang="nl-BE" sz="1800" b="0" i="0" u="none" strike="noStrike" cap="none" normalizeH="0" baseline="0" dirty="0">
                <a:ln>
                  <a:noFill/>
                </a:ln>
                <a:solidFill>
                  <a:schemeClr val="tx1"/>
                </a:solidFill>
                <a:effectLst/>
                <a:latin typeface="Arial" panose="020B0604020202020204" pitchFamily="34" charset="0"/>
              </a:rPr>
              <a:t> is </a:t>
            </a:r>
            <a:r>
              <a:rPr kumimoji="0" lang="nl-BE" altLang="nl-BE" sz="1800" b="0" i="0" u="none" strike="noStrike" cap="none" normalizeH="0" baseline="0" dirty="0" err="1">
                <a:ln>
                  <a:noFill/>
                </a:ln>
                <a:solidFill>
                  <a:schemeClr val="tx1"/>
                </a:solidFill>
                <a:effectLst/>
                <a:latin typeface="Arial" panose="020B0604020202020204" pitchFamily="34" charset="0"/>
              </a:rPr>
              <a:t>faster</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and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also</a:t>
            </a:r>
            <a:r>
              <a:rPr kumimoji="0" lang="nl-BE" altLang="nl-BE" sz="1800" b="0" i="0" u="none" strike="noStrike" cap="none" normalizeH="0" baseline="0" dirty="0">
                <a:ln>
                  <a:noFill/>
                </a:ln>
                <a:solidFill>
                  <a:schemeClr val="tx1"/>
                </a:solidFill>
                <a:effectLst/>
                <a:latin typeface="Arial" panose="020B0604020202020204" pitchFamily="34" charset="0"/>
              </a:rPr>
              <a:t> has </a:t>
            </a:r>
            <a:r>
              <a:rPr kumimoji="0" lang="nl-BE" altLang="nl-BE" sz="1800" b="0" i="0" u="none" strike="noStrike" cap="none" normalizeH="0" baseline="0" dirty="0" err="1">
                <a:ln>
                  <a:noFill/>
                </a:ln>
                <a:solidFill>
                  <a:schemeClr val="tx1"/>
                </a:solidFill>
                <a:effectLst/>
                <a:latin typeface="Arial" panose="020B0604020202020204" pitchFamily="34" charset="0"/>
              </a:rPr>
              <a:t>less</a:t>
            </a:r>
            <a:r>
              <a:rPr kumimoji="0" lang="nl-BE" altLang="nl-BE" sz="1800" b="0" i="0" u="none" strike="noStrike" cap="none" normalizeH="0" baseline="0" dirty="0">
                <a:ln>
                  <a:noFill/>
                </a:ln>
                <a:solidFill>
                  <a:schemeClr val="tx1"/>
                </a:solidFill>
                <a:effectLst/>
                <a:latin typeface="Arial" panose="020B0604020202020204" pitchFamily="34" charset="0"/>
              </a:rPr>
              <a:t> file </a:t>
            </a:r>
            <a:r>
              <a:rPr kumimoji="0" lang="nl-BE" altLang="nl-BE" sz="1800" b="0" i="0" u="none" strike="noStrike" cap="none" normalizeH="0" baseline="0" dirty="0" err="1">
                <a:ln>
                  <a:noFill/>
                </a:ln>
                <a:solidFill>
                  <a:schemeClr val="tx1"/>
                </a:solidFill>
                <a:effectLst/>
                <a:latin typeface="Arial" panose="020B0604020202020204" pitchFamily="34" charset="0"/>
              </a:rPr>
              <a:t>size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compared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to</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1" u="none" strike="noStrike" cap="none" normalizeH="0" baseline="0" dirty="0">
                <a:ln>
                  <a:noFill/>
                </a:ln>
                <a:solidFill>
                  <a:schemeClr val="tx1"/>
                </a:solidFill>
                <a:effectLst/>
                <a:latin typeface="Arial" panose="020B0604020202020204" pitchFamily="34" charset="0"/>
              </a:rPr>
              <a:t>debug </a:t>
            </a:r>
            <a:r>
              <a:rPr kumimoji="0" lang="nl-BE" altLang="nl-BE" sz="1800" b="0" i="0" u="none" strike="noStrike" cap="none" normalizeH="0" baseline="0" dirty="0" err="1">
                <a:ln>
                  <a:noFill/>
                </a:ln>
                <a:solidFill>
                  <a:schemeClr val="tx1"/>
                </a:solidFill>
                <a:effectLst/>
                <a:latin typeface="Arial" panose="020B0604020202020204" pitchFamily="34" charset="0"/>
              </a:rPr>
              <a:t>build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When</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you</a:t>
            </a:r>
            <a:r>
              <a:rPr kumimoji="0" lang="nl-BE" altLang="nl-BE" sz="1800" b="0" i="0" u="none" strike="noStrike" cap="none" normalizeH="0" baseline="0" dirty="0">
                <a:ln>
                  <a:noFill/>
                </a:ln>
                <a:solidFill>
                  <a:schemeClr val="tx1"/>
                </a:solidFill>
                <a:effectLst/>
                <a:latin typeface="Arial" panose="020B0604020202020204" pitchFamily="34" charset="0"/>
              </a:rPr>
              <a:t> set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000" b="0" i="0" u="none" strike="noStrike" cap="none" normalizeH="0" baseline="0" dirty="0">
                <a:ln>
                  <a:noFill/>
                </a:ln>
                <a:solidFill>
                  <a:schemeClr val="tx1"/>
                </a:solidFill>
                <a:effectLst/>
                <a:latin typeface="Arial Unicode MS"/>
              </a:rPr>
              <a:t>CMAKE_BUILD_TYPE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variable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the</a:t>
            </a:r>
            <a:r>
              <a:rPr kumimoji="0" lang="nl-BE" altLang="nl-BE" sz="800" b="0" i="0" u="none" strike="noStrike" cap="none" normalizeH="0" baseline="0" dirty="0">
                <a:ln>
                  <a:noFill/>
                </a:ln>
                <a:solidFill>
                  <a:schemeClr val="tx1"/>
                </a:solidFill>
                <a:effectLst/>
              </a:rPr>
              <a:t> compiler </a:t>
            </a:r>
            <a:r>
              <a:rPr kumimoji="0" lang="nl-BE" altLang="nl-BE" sz="800" b="0" i="0" u="none" strike="noStrike" cap="none" normalizeH="0" baseline="0" dirty="0" err="1">
                <a:ln>
                  <a:noFill/>
                </a:ln>
                <a:solidFill>
                  <a:schemeClr val="tx1"/>
                </a:solidFill>
                <a:effectLst/>
              </a:rPr>
              <a:t>flags</a:t>
            </a:r>
            <a:r>
              <a:rPr kumimoji="0" lang="nl-BE" altLang="nl-BE" sz="800" b="0" i="0" u="none" strike="noStrike" cap="none" normalizeH="0" baseline="0" dirty="0">
                <a:ln>
                  <a:noFill/>
                </a:ln>
                <a:solidFill>
                  <a:schemeClr val="tx1"/>
                </a:solidFill>
                <a:effectLst/>
              </a:rPr>
              <a:t> are </a:t>
            </a:r>
            <a:r>
              <a:rPr kumimoji="0" lang="nl-BE" altLang="nl-BE" sz="800" b="0" i="0" u="none" strike="noStrike" cap="none" normalizeH="0" baseline="0" dirty="0" err="1">
                <a:ln>
                  <a:noFill/>
                </a:ln>
                <a:solidFill>
                  <a:schemeClr val="tx1"/>
                </a:solidFill>
                <a:effectLst/>
              </a:rPr>
              <a:t>automatically</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modified</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to</a:t>
            </a:r>
            <a:r>
              <a:rPr kumimoji="0" lang="nl-BE" altLang="nl-BE" sz="800" b="0" i="0" u="none" strike="noStrike" cap="none" normalizeH="0" baseline="0" dirty="0">
                <a:ln>
                  <a:noFill/>
                </a:ln>
                <a:solidFill>
                  <a:schemeClr val="tx1"/>
                </a:solidFill>
                <a:effectLst/>
              </a:rPr>
              <a:t> offer </a:t>
            </a:r>
            <a:r>
              <a:rPr kumimoji="0" lang="nl-BE" altLang="nl-BE" sz="800" b="0" i="0" u="none" strike="noStrike" cap="none" normalizeH="0" baseline="0" dirty="0" err="1">
                <a:ln>
                  <a:noFill/>
                </a:ln>
                <a:solidFill>
                  <a:schemeClr val="tx1"/>
                </a:solidFill>
                <a:effectLst/>
              </a:rPr>
              <a:t>you</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the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desired</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optimization</a:t>
            </a:r>
            <a:r>
              <a:rPr kumimoji="0" lang="nl-BE" altLang="nl-BE" sz="800" b="0" i="0" u="none" strike="noStrike" cap="none" normalizeH="0" baseline="0" dirty="0">
                <a:ln>
                  <a:noFill/>
                </a:ln>
                <a:solidFill>
                  <a:schemeClr val="tx1"/>
                </a:solidFill>
                <a:effectLst/>
              </a:rPr>
              <a:t> levels.</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1" i="0" u="none" strike="noStrike" cap="none" normalizeH="0" baseline="0" dirty="0">
                <a:ln>
                  <a:noFill/>
                </a:ln>
                <a:solidFill>
                  <a:schemeClr val="tx1"/>
                </a:solidFill>
                <a:effectLst/>
                <a:latin typeface="Arial" panose="020B0604020202020204" pitchFamily="34" charset="0"/>
              </a:rPr>
              <a:t>2. </a:t>
            </a:r>
            <a:r>
              <a:rPr kumimoji="0" lang="nl-BE" altLang="nl-BE" sz="1800" b="1" i="0" u="none" strike="noStrike" cap="none" normalizeH="0" baseline="0" dirty="0" err="1">
                <a:ln>
                  <a:noFill/>
                </a:ln>
                <a:solidFill>
                  <a:schemeClr val="tx1"/>
                </a:solidFill>
                <a:effectLst/>
                <a:latin typeface="Arial" panose="020B0604020202020204" pitchFamily="34" charset="0"/>
              </a:rPr>
              <a:t>You</a:t>
            </a:r>
            <a:r>
              <a:rPr kumimoji="0" lang="nl-BE" altLang="nl-BE" sz="1800" b="1" i="0" u="none" strike="noStrike" cap="none" normalizeH="0" baseline="0" dirty="0">
                <a:ln>
                  <a:noFill/>
                </a:ln>
                <a:solidFill>
                  <a:schemeClr val="tx1"/>
                </a:solidFill>
                <a:effectLst/>
                <a:latin typeface="Arial" panose="020B0604020202020204" pitchFamily="34" charset="0"/>
              </a:rPr>
              <a:t> want </a:t>
            </a:r>
            <a:r>
              <a:rPr kumimoji="0" lang="nl-BE" altLang="nl-BE" sz="1800" b="1" i="0" u="none" strike="noStrike" cap="none" normalizeH="0" baseline="0" dirty="0" err="1">
                <a:ln>
                  <a:noFill/>
                </a:ln>
                <a:solidFill>
                  <a:schemeClr val="tx1"/>
                </a:solidFill>
                <a:effectLst/>
                <a:latin typeface="Arial" panose="020B0604020202020204" pitchFamily="34" charset="0"/>
              </a:rPr>
              <a:t>to</a:t>
            </a:r>
            <a:r>
              <a:rPr kumimoji="0" lang="nl-BE" altLang="nl-BE" sz="1800" b="1" i="0" u="none" strike="noStrike" cap="none" normalizeH="0" baseline="0" dirty="0">
                <a:ln>
                  <a:noFill/>
                </a:ln>
                <a:solidFill>
                  <a:schemeClr val="tx1"/>
                </a:solidFill>
                <a:effectLst/>
                <a:latin typeface="Arial" panose="020B0604020202020204" pitchFamily="34" charset="0"/>
              </a:rPr>
              <a:t> </a:t>
            </a:r>
            <a:r>
              <a:rPr kumimoji="0" lang="nl-BE" altLang="nl-BE" sz="1800" b="1" i="0" u="none" strike="noStrike" cap="none" normalizeH="0" baseline="0" dirty="0" err="1">
                <a:ln>
                  <a:noFill/>
                </a:ln>
                <a:solidFill>
                  <a:schemeClr val="tx1"/>
                </a:solidFill>
                <a:effectLst/>
                <a:latin typeface="Arial" panose="020B0604020202020204" pitchFamily="34" charset="0"/>
              </a:rPr>
              <a:t>use</a:t>
            </a:r>
            <a:r>
              <a:rPr kumimoji="0" lang="nl-BE" altLang="nl-BE" sz="1800" b="1" i="0" u="none" strike="noStrike" cap="none" normalizeH="0" baseline="0" dirty="0">
                <a:ln>
                  <a:noFill/>
                </a:ln>
                <a:solidFill>
                  <a:schemeClr val="tx1"/>
                </a:solidFill>
                <a:effectLst/>
                <a:latin typeface="Arial" panose="020B0604020202020204" pitchFamily="34" charset="0"/>
              </a:rPr>
              <a:t> </a:t>
            </a:r>
            <a:r>
              <a:rPr kumimoji="0" lang="nl-BE" altLang="nl-BE" sz="1800" b="1" i="0" u="none" strike="noStrike" cap="none" normalizeH="0" baseline="0" dirty="0" err="1">
                <a:ln>
                  <a:noFill/>
                </a:ln>
                <a:solidFill>
                  <a:schemeClr val="tx1"/>
                </a:solidFill>
                <a:effectLst/>
                <a:latin typeface="Arial" panose="020B0604020202020204" pitchFamily="34" charset="0"/>
              </a:rPr>
              <a:t>an</a:t>
            </a:r>
            <a:r>
              <a:rPr kumimoji="0" lang="nl-BE" altLang="nl-BE" sz="1800" b="1" i="0" u="none" strike="noStrike" cap="none" normalizeH="0" baseline="0" dirty="0">
                <a:ln>
                  <a:noFill/>
                </a:ln>
                <a:solidFill>
                  <a:schemeClr val="tx1"/>
                </a:solidFill>
                <a:effectLst/>
                <a:latin typeface="Arial" panose="020B0604020202020204" pitchFamily="34" charset="0"/>
              </a:rPr>
              <a:t> external </a:t>
            </a:r>
            <a:r>
              <a:rPr kumimoji="0" lang="nl-BE" altLang="nl-BE" sz="1800" b="1" i="0" u="none" strike="noStrike" cap="none" normalizeH="0" baseline="0" dirty="0" err="1">
                <a:ln>
                  <a:noFill/>
                </a:ln>
                <a:solidFill>
                  <a:schemeClr val="tx1"/>
                </a:solidFill>
                <a:effectLst/>
                <a:latin typeface="Arial" panose="020B0604020202020204" pitchFamily="34" charset="0"/>
              </a:rPr>
              <a:t>library</a:t>
            </a:r>
            <a:r>
              <a:rPr kumimoji="0" lang="nl-BE" altLang="nl-BE" sz="1800" b="1" i="0" u="none" strike="noStrike" cap="none" normalizeH="0" baseline="0" dirty="0">
                <a:ln>
                  <a:noFill/>
                </a:ln>
                <a:solidFill>
                  <a:schemeClr val="tx1"/>
                </a:solidFill>
                <a:effectLst/>
                <a:latin typeface="Arial" panose="020B0604020202020204" pitchFamily="34" charset="0"/>
              </a:rPr>
              <a:t> in </a:t>
            </a:r>
            <a:r>
              <a:rPr kumimoji="0" lang="nl-BE" altLang="nl-BE" sz="1800" b="1" i="0" u="none" strike="noStrike" cap="none" normalizeH="0" baseline="0" dirty="0" err="1">
                <a:ln>
                  <a:noFill/>
                </a:ln>
                <a:solidFill>
                  <a:schemeClr val="tx1"/>
                </a:solidFill>
                <a:effectLst/>
                <a:latin typeface="Arial" panose="020B0604020202020204" pitchFamily="34" charset="0"/>
              </a:rPr>
              <a:t>the</a:t>
            </a:r>
            <a:r>
              <a:rPr kumimoji="0" lang="nl-BE" altLang="nl-BE" sz="1800" b="1" i="0" u="none" strike="noStrike" cap="none" normalizeH="0" baseline="0" dirty="0">
                <a:ln>
                  <a:noFill/>
                </a:ln>
                <a:solidFill>
                  <a:schemeClr val="tx1"/>
                </a:solidFill>
                <a:effectLst/>
                <a:latin typeface="Arial" panose="020B0604020202020204" pitchFamily="34" charset="0"/>
              </a:rPr>
              <a:t> Debug/Release mode.</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dirty="0">
                <a:ln>
                  <a:noFill/>
                </a:ln>
                <a:solidFill>
                  <a:schemeClr val="tx1"/>
                </a:solidFill>
                <a:effectLst/>
                <a:latin typeface="Arial" panose="020B0604020202020204" pitchFamily="34" charset="0"/>
              </a:rPr>
              <a:t>2a. </a:t>
            </a:r>
            <a:r>
              <a:rPr kumimoji="0" lang="nl-BE" altLang="nl-BE" sz="1800" b="0" i="0" u="none" strike="noStrike" cap="none" normalizeH="0" baseline="0" dirty="0" err="1">
                <a:ln>
                  <a:noFill/>
                </a:ln>
                <a:solidFill>
                  <a:schemeClr val="tx1"/>
                </a:solidFill>
                <a:effectLst/>
                <a:latin typeface="Arial" panose="020B0604020202020204" pitchFamily="34" charset="0"/>
              </a:rPr>
              <a:t>Firstly</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you</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will</a:t>
            </a:r>
            <a:r>
              <a:rPr kumimoji="0" lang="nl-BE" altLang="nl-BE" sz="1800" b="0" i="0" u="none" strike="noStrike" cap="none" normalizeH="0" baseline="0" dirty="0">
                <a:ln>
                  <a:noFill/>
                </a:ln>
                <a:solidFill>
                  <a:schemeClr val="tx1"/>
                </a:solidFill>
                <a:effectLst/>
                <a:latin typeface="Arial" panose="020B0604020202020204" pitchFamily="34" charset="0"/>
              </a:rPr>
              <a:t> download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external </a:t>
            </a:r>
            <a:r>
              <a:rPr kumimoji="0" lang="nl-BE" altLang="nl-BE" sz="1800" b="0" i="0" u="none" strike="noStrike" cap="none" normalizeH="0" baseline="0" dirty="0" err="1">
                <a:ln>
                  <a:noFill/>
                </a:ln>
                <a:solidFill>
                  <a:schemeClr val="tx1"/>
                </a:solidFill>
                <a:effectLst/>
                <a:latin typeface="Arial" panose="020B0604020202020204" pitchFamily="34" charset="0"/>
              </a:rPr>
              <a:t>library's</a:t>
            </a:r>
            <a:r>
              <a:rPr kumimoji="0" lang="nl-BE" altLang="nl-BE" sz="1800" b="0" i="0" u="none" strike="noStrike" cap="none" normalizeH="0" baseline="0" dirty="0">
                <a:ln>
                  <a:noFill/>
                </a:ln>
                <a:solidFill>
                  <a:schemeClr val="tx1"/>
                </a:solidFill>
                <a:effectLst/>
                <a:latin typeface="Arial" panose="020B0604020202020204" pitchFamily="34" charset="0"/>
              </a:rPr>
              <a:t> source codes </a:t>
            </a:r>
            <a:r>
              <a:rPr kumimoji="0" lang="nl-BE" altLang="nl-BE" sz="1800" b="0" i="0" u="none" strike="noStrike" cap="none" normalizeH="0" baseline="0" dirty="0" err="1">
                <a:ln>
                  <a:noFill/>
                </a:ln>
                <a:solidFill>
                  <a:schemeClr val="tx1"/>
                </a:solidFill>
                <a:effectLst/>
                <a:latin typeface="Arial" panose="020B0604020202020204" pitchFamily="34" charset="0"/>
              </a:rPr>
              <a:t>and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compile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it</a:t>
            </a:r>
            <a:r>
              <a:rPr kumimoji="0" lang="nl-BE" altLang="nl-BE" sz="1800" b="0" i="0" u="none" strike="noStrike" cap="none" normalizeH="0" baseline="0" dirty="0">
                <a:ln>
                  <a:noFill/>
                </a:ln>
                <a:solidFill>
                  <a:schemeClr val="tx1"/>
                </a:solidFill>
                <a:effectLst/>
                <a:latin typeface="Arial" panose="020B0604020202020204" pitchFamily="34" charset="0"/>
              </a:rPr>
              <a:t> in </a:t>
            </a:r>
            <a:r>
              <a:rPr kumimoji="0" lang="nl-BE" altLang="nl-BE" sz="1800" b="0" i="0" u="none" strike="noStrike" cap="none" normalizeH="0" baseline="0" dirty="0" err="1">
                <a:ln>
                  <a:noFill/>
                </a:ln>
                <a:solidFill>
                  <a:schemeClr val="tx1"/>
                </a:solidFill>
                <a:effectLst/>
                <a:latin typeface="Arial" panose="020B0604020202020204" pitchFamily="34" charset="0"/>
              </a:rPr>
              <a:t>both</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1" u="none" strike="noStrike" cap="none" normalizeH="0" baseline="0" dirty="0">
                <a:ln>
                  <a:noFill/>
                </a:ln>
                <a:solidFill>
                  <a:schemeClr val="tx1"/>
                </a:solidFill>
                <a:effectLst/>
                <a:latin typeface="Arial" panose="020B0604020202020204" pitchFamily="34" charset="0"/>
              </a:rPr>
              <a:t>debug </a:t>
            </a:r>
            <a:r>
              <a:rPr kumimoji="0" lang="nl-BE" altLang="nl-BE" sz="1800" b="0" i="0" u="none" strike="noStrike" cap="none" normalizeH="0" baseline="0" dirty="0" err="1">
                <a:ln>
                  <a:noFill/>
                </a:ln>
                <a:solidFill>
                  <a:schemeClr val="tx1"/>
                </a:solidFill>
                <a:effectLst/>
                <a:latin typeface="Arial" panose="020B0604020202020204" pitchFamily="34" charset="0"/>
              </a:rPr>
              <a:t>and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1" u="none" strike="noStrike" cap="none" normalizeH="0" baseline="0" dirty="0">
                <a:ln>
                  <a:noFill/>
                </a:ln>
                <a:solidFill>
                  <a:schemeClr val="tx1"/>
                </a:solidFill>
                <a:effectLst/>
                <a:latin typeface="Arial" panose="020B0604020202020204" pitchFamily="34" charset="0"/>
              </a:rPr>
              <a:t>release</a:t>
            </a:r>
            <a:r>
              <a:rPr kumimoji="0" lang="nl-BE" altLang="nl-BE" sz="1800" b="0" i="0" u="none" strike="noStrike" cap="none" normalizeH="0" baseline="0" dirty="0">
                <a:ln>
                  <a:noFill/>
                </a:ln>
                <a:solidFill>
                  <a:schemeClr val="tx1"/>
                </a:solidFill>
                <a:effectLst/>
                <a:latin typeface="Arial" panose="020B0604020202020204" pitchFamily="34" charset="0"/>
              </a:rPr>
              <a:t> modes. </a:t>
            </a:r>
            <a:r>
              <a:rPr kumimoji="0" lang="nl-BE" altLang="nl-BE" sz="1800" b="0" i="0" u="none" strike="noStrike" cap="none" normalizeH="0" baseline="0" dirty="0" err="1">
                <a:ln>
                  <a:noFill/>
                </a:ln>
                <a:solidFill>
                  <a:schemeClr val="tx1"/>
                </a:solidFill>
                <a:effectLst/>
                <a:latin typeface="Arial" panose="020B0604020202020204" pitchFamily="34" charset="0"/>
              </a:rPr>
              <a:t>You</a:t>
            </a:r>
            <a:r>
              <a:rPr kumimoji="0" lang="nl-BE" altLang="nl-BE" sz="1800" b="0" i="0" u="none" strike="noStrike" cap="none" normalizeH="0" baseline="0" dirty="0">
                <a:ln>
                  <a:noFill/>
                </a:ln>
                <a:solidFill>
                  <a:schemeClr val="tx1"/>
                </a:solidFill>
                <a:effectLst/>
                <a:latin typeface="Arial" panose="020B0604020202020204" pitchFamily="34" charset="0"/>
              </a:rPr>
              <a:t> MUST have </a:t>
            </a:r>
            <a:r>
              <a:rPr kumimoji="0" lang="nl-BE" altLang="nl-BE" sz="1800" b="1" i="0" u="none" strike="noStrike" cap="none" normalizeH="0" baseline="0" dirty="0">
                <a:ln>
                  <a:noFill/>
                </a:ln>
                <a:solidFill>
                  <a:schemeClr val="tx1"/>
                </a:solidFill>
                <a:effectLst/>
                <a:latin typeface="Arial" panose="020B0604020202020204" pitchFamily="34" charset="0"/>
              </a:rPr>
              <a:t>separate folders </a:t>
            </a:r>
            <a:r>
              <a:rPr kumimoji="0" lang="nl-BE" altLang="nl-BE" sz="1800" b="0" i="0" u="none" strike="noStrike" cap="none" normalizeH="0" baseline="0" dirty="0" err="1">
                <a:ln>
                  <a:noFill/>
                </a:ln>
                <a:solidFill>
                  <a:schemeClr val="tx1"/>
                </a:solidFill>
                <a:effectLst/>
                <a:latin typeface="Arial" panose="020B0604020202020204" pitchFamily="34" charset="0"/>
              </a:rPr>
              <a:t>containing</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1" u="none" strike="noStrike" cap="none" normalizeH="0" baseline="0" dirty="0">
                <a:ln>
                  <a:noFill/>
                </a:ln>
                <a:solidFill>
                  <a:schemeClr val="tx1"/>
                </a:solidFill>
                <a:effectLst/>
                <a:latin typeface="Arial" panose="020B0604020202020204" pitchFamily="34" charset="0"/>
              </a:rPr>
              <a:t>debug </a:t>
            </a:r>
            <a:r>
              <a:rPr kumimoji="0" lang="nl-BE" altLang="nl-BE" sz="1800" b="0" i="0" u="none" strike="noStrike" cap="none" normalizeH="0" baseline="0" dirty="0" err="1">
                <a:ln>
                  <a:noFill/>
                </a:ln>
                <a:solidFill>
                  <a:schemeClr val="tx1"/>
                </a:solidFill>
                <a:effectLst/>
                <a:latin typeface="Arial" panose="020B0604020202020204" pitchFamily="34" charset="0"/>
              </a:rPr>
              <a:t>binaries</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and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1" u="none" strike="noStrike" cap="none" normalizeH="0" baseline="0" dirty="0">
                <a:ln>
                  <a:noFill/>
                </a:ln>
                <a:solidFill>
                  <a:schemeClr val="tx1"/>
                </a:solidFill>
                <a:effectLst/>
                <a:latin typeface="Arial" panose="020B0604020202020204" pitchFamily="34" charset="0"/>
              </a:rPr>
              <a:t>release </a:t>
            </a:r>
            <a:r>
              <a:rPr kumimoji="0" lang="nl-BE" altLang="nl-BE" sz="1800" b="0" i="0" u="none" strike="noStrike" cap="none" normalizeH="0" baseline="0" dirty="0" err="1">
                <a:ln>
                  <a:noFill/>
                </a:ln>
                <a:solidFill>
                  <a:schemeClr val="tx1"/>
                </a:solidFill>
                <a:effectLst/>
                <a:latin typeface="Arial" panose="020B0604020202020204" pitchFamily="34" charset="0"/>
              </a:rPr>
              <a:t>binaries</a:t>
            </a:r>
            <a:r>
              <a:rPr kumimoji="0" lang="nl-BE" altLang="nl-BE" sz="1800" b="0" i="0" u="none" strike="noStrike" cap="none" normalizeH="0" baseline="0" dirty="0">
                <a:ln>
                  <a:noFill/>
                </a:ln>
                <a:solidFill>
                  <a:schemeClr val="tx1"/>
                </a:solidFill>
                <a:effectLst/>
                <a:latin typeface="Arial" panose="020B0604020202020204" pitchFamily="34" charset="0"/>
              </a:rPr>
              <a:t>. Say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external </a:t>
            </a:r>
            <a:r>
              <a:rPr kumimoji="0" lang="nl-BE" altLang="nl-BE" sz="1800" b="0" i="1" u="none" strike="noStrike" cap="none" normalizeH="0" baseline="0" dirty="0">
                <a:ln>
                  <a:noFill/>
                </a:ln>
                <a:solidFill>
                  <a:schemeClr val="tx1"/>
                </a:solidFill>
                <a:effectLst/>
                <a:latin typeface="Arial" panose="020B0604020202020204" pitchFamily="34" charset="0"/>
              </a:rPr>
              <a:t>debug </a:t>
            </a:r>
            <a:r>
              <a:rPr kumimoji="0" lang="nl-BE" altLang="nl-BE" sz="1800" b="0" i="0" u="none" strike="noStrike" cap="none" normalizeH="0" baseline="0" dirty="0" err="1">
                <a:ln>
                  <a:noFill/>
                </a:ln>
                <a:solidFill>
                  <a:schemeClr val="tx1"/>
                </a:solidFill>
                <a:effectLst/>
                <a:latin typeface="Arial" panose="020B0604020202020204" pitchFamily="34" charset="0"/>
              </a:rPr>
              <a:t>library</a:t>
            </a:r>
            <a:r>
              <a:rPr kumimoji="0" lang="nl-BE" altLang="nl-BE" sz="1800" b="0" i="0" u="none" strike="noStrike" cap="none" normalizeH="0" baseline="0" dirty="0">
                <a:ln>
                  <a:noFill/>
                </a:ln>
                <a:solidFill>
                  <a:schemeClr val="tx1"/>
                </a:solidFill>
                <a:effectLst/>
                <a:latin typeface="Arial" panose="020B0604020202020204" pitchFamily="34" charset="0"/>
              </a:rPr>
              <a:t> is in </a:t>
            </a:r>
            <a:r>
              <a:rPr kumimoji="0" lang="nl-BE" altLang="nl-BE" sz="1000" b="0" i="0" u="none" strike="noStrike" cap="none" normalizeH="0" baseline="0" dirty="0">
                <a:ln>
                  <a:noFill/>
                </a:ln>
                <a:solidFill>
                  <a:schemeClr val="tx1"/>
                </a:solidFill>
                <a:effectLst/>
                <a:latin typeface="Arial Unicode MS"/>
              </a:rPr>
              <a:t>/some/path/foo/debug/libfoo.so</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and</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the</a:t>
            </a:r>
            <a:r>
              <a:rPr kumimoji="0" lang="nl-BE" altLang="nl-BE" sz="800" b="0" i="0" u="none" strike="noStrike" cap="none" normalizeH="0" baseline="0" dirty="0">
                <a:ln>
                  <a:noFill/>
                </a:ln>
                <a:solidFill>
                  <a:schemeClr val="tx1"/>
                </a:solidFill>
                <a:effectLst/>
              </a:rPr>
              <a:t> </a:t>
            </a:r>
            <a:r>
              <a:rPr kumimoji="0" lang="nl-BE" altLang="nl-BE" sz="1800" b="0" i="1" u="none" strike="noStrike" cap="none" normalizeH="0" baseline="0" dirty="0">
                <a:ln>
                  <a:noFill/>
                </a:ln>
                <a:solidFill>
                  <a:schemeClr val="tx1"/>
                </a:solidFill>
                <a:effectLst/>
                <a:latin typeface="Arial" panose="020B0604020202020204" pitchFamily="34" charset="0"/>
              </a:rPr>
              <a:t>release </a:t>
            </a:r>
            <a:r>
              <a:rPr kumimoji="0" lang="nl-BE" altLang="nl-BE" sz="1800" b="0" i="0" u="none" strike="noStrike" cap="none" normalizeH="0" baseline="0" dirty="0" err="1">
                <a:ln>
                  <a:noFill/>
                </a:ln>
                <a:solidFill>
                  <a:schemeClr val="tx1"/>
                </a:solidFill>
                <a:effectLst/>
                <a:latin typeface="Arial" panose="020B0604020202020204" pitchFamily="34" charset="0"/>
              </a:rPr>
              <a:t>library</a:t>
            </a:r>
            <a:r>
              <a:rPr kumimoji="0" lang="nl-BE" altLang="nl-BE" sz="1800" b="0" i="0" u="none" strike="noStrike" cap="none" normalizeH="0" baseline="0" dirty="0">
                <a:ln>
                  <a:noFill/>
                </a:ln>
                <a:solidFill>
                  <a:schemeClr val="tx1"/>
                </a:solidFill>
                <a:effectLst/>
                <a:latin typeface="Arial" panose="020B0604020202020204" pitchFamily="34" charset="0"/>
              </a:rPr>
              <a:t> is in </a:t>
            </a:r>
            <a:r>
              <a:rPr kumimoji="0" lang="nl-BE" altLang="nl-BE" sz="1000" b="0" i="0" u="none" strike="noStrike" cap="none" normalizeH="0" baseline="0" dirty="0">
                <a:ln>
                  <a:noFill/>
                </a:ln>
                <a:solidFill>
                  <a:schemeClr val="tx1"/>
                </a:solidFill>
                <a:effectLst/>
                <a:latin typeface="Arial Unicode MS"/>
              </a:rPr>
              <a:t>/some/path/foo/release/libfoo.so</a:t>
            </a:r>
            <a:r>
              <a:rPr kumimoji="0" lang="nl-BE" altLang="nl-BE" sz="800" b="0" i="0" u="none" strike="noStrike" cap="none" normalizeH="0" baseline="0" dirty="0">
                <a:ln>
                  <a:noFill/>
                </a:ln>
                <a:solidFill>
                  <a:schemeClr val="tx1"/>
                </a:solidFill>
                <a:effectLst/>
              </a:rPr>
              <a:t> .</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dirty="0">
                <a:ln>
                  <a:noFill/>
                </a:ln>
                <a:solidFill>
                  <a:schemeClr val="tx1"/>
                </a:solidFill>
                <a:effectLst/>
                <a:latin typeface="Arial" panose="020B0604020202020204" pitchFamily="34" charset="0"/>
              </a:rPr>
              <a:t>2b. Say,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executable</a:t>
            </a:r>
            <a:r>
              <a:rPr kumimoji="0" lang="nl-BE" altLang="nl-BE" sz="1800" b="0" i="0" u="none" strike="noStrike" cap="none" normalizeH="0" baseline="0" dirty="0">
                <a:ln>
                  <a:noFill/>
                </a:ln>
                <a:solidFill>
                  <a:schemeClr val="tx1"/>
                </a:solidFill>
                <a:effectLst/>
                <a:latin typeface="Arial" panose="020B0604020202020204" pitchFamily="34" charset="0"/>
              </a:rPr>
              <a:t> in </a:t>
            </a:r>
            <a:r>
              <a:rPr kumimoji="0" lang="nl-BE" altLang="nl-BE" sz="1800" b="0" i="0" u="none" strike="noStrike" cap="none" normalizeH="0" baseline="0" dirty="0" err="1">
                <a:ln>
                  <a:noFill/>
                </a:ln>
                <a:solidFill>
                  <a:schemeClr val="tx1"/>
                </a:solidFill>
                <a:effectLst/>
                <a:latin typeface="Arial" panose="020B0604020202020204" pitchFamily="34" charset="0"/>
              </a:rPr>
              <a:t>your</a:t>
            </a:r>
            <a:r>
              <a:rPr kumimoji="0" lang="nl-BE" altLang="nl-BE" sz="1800" b="0" i="0" u="none" strike="noStrike" cap="none" normalizeH="0" baseline="0" dirty="0">
                <a:ln>
                  <a:noFill/>
                </a:ln>
                <a:solidFill>
                  <a:schemeClr val="tx1"/>
                </a:solidFill>
                <a:effectLst/>
                <a:latin typeface="Arial" panose="020B0604020202020204" pitchFamily="34" charset="0"/>
              </a:rPr>
              <a:t> project is </a:t>
            </a:r>
            <a:r>
              <a:rPr kumimoji="0" lang="nl-BE" altLang="nl-BE" sz="1800" b="0" i="0" u="none" strike="noStrike" cap="none" normalizeH="0" baseline="0" dirty="0" err="1">
                <a:ln>
                  <a:noFill/>
                </a:ln>
                <a:solidFill>
                  <a:schemeClr val="tx1"/>
                </a:solidFill>
                <a:effectLst/>
                <a:latin typeface="Arial" panose="020B0604020202020204" pitchFamily="34" charset="0"/>
              </a:rPr>
              <a:t>called</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000" b="0" i="0" u="none" strike="noStrike" cap="none" normalizeH="0" baseline="0" dirty="0" err="1">
                <a:ln>
                  <a:noFill/>
                </a:ln>
                <a:solidFill>
                  <a:schemeClr val="tx1"/>
                </a:solidFill>
                <a:effectLst/>
                <a:latin typeface="Arial Unicode MS"/>
              </a:rPr>
              <a:t>my_app</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then</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you</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can</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use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the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following</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command</a:t>
            </a:r>
            <a:r>
              <a:rPr kumimoji="0" lang="nl-BE" altLang="nl-BE" sz="800" b="0" i="0" u="none" strike="noStrike" cap="none" normalizeH="0" baseline="0" dirty="0">
                <a:ln>
                  <a:noFill/>
                </a:ln>
                <a:solidFill>
                  <a:schemeClr val="tx1"/>
                </a:solidFill>
                <a:effectLst/>
              </a:rPr>
              <a:t> in </a:t>
            </a:r>
            <a:r>
              <a:rPr kumimoji="0" lang="nl-BE" altLang="nl-BE" sz="1000" b="0" i="0" u="none" strike="noStrike" cap="none" normalizeH="0" baseline="0" dirty="0" err="1">
                <a:ln>
                  <a:noFill/>
                </a:ln>
                <a:solidFill>
                  <a:schemeClr val="tx1"/>
                </a:solidFill>
                <a:effectLst/>
                <a:latin typeface="Arial Unicode MS"/>
              </a:rPr>
              <a:t>my_app</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project's</a:t>
            </a:r>
            <a:r>
              <a:rPr kumimoji="0" lang="nl-BE" altLang="nl-BE" sz="800" b="0" i="0" u="none" strike="noStrike" cap="none" normalizeH="0" baseline="0" dirty="0">
                <a:ln>
                  <a:noFill/>
                </a:ln>
                <a:solidFill>
                  <a:schemeClr val="tx1"/>
                </a:solidFill>
                <a:effectLst/>
              </a:rPr>
              <a:t> CMakeLists.txt file, </a:t>
            </a:r>
            <a:r>
              <a:rPr kumimoji="0" lang="nl-BE" altLang="nl-BE" sz="800" b="0" i="0" u="none" strike="noStrike" cap="none" normalizeH="0" baseline="0" dirty="0" err="1">
                <a:ln>
                  <a:noFill/>
                </a:ln>
                <a:solidFill>
                  <a:schemeClr val="tx1"/>
                </a:solidFill>
                <a:effectLst/>
              </a:rPr>
              <a:t>to</a:t>
            </a:r>
            <a:r>
              <a:rPr kumimoji="0" lang="nl-BE" altLang="nl-BE" sz="800" b="0" i="0" u="none" strike="noStrike" cap="none" normalizeH="0" baseline="0" dirty="0">
                <a:ln>
                  <a:noFill/>
                </a:ln>
                <a:solidFill>
                  <a:schemeClr val="tx1"/>
                </a:solidFill>
                <a:effectLst/>
              </a:rPr>
              <a:t> link </a:t>
            </a:r>
            <a:r>
              <a:rPr kumimoji="0" lang="nl-BE" altLang="nl-BE" sz="800" b="0" i="0" u="none" strike="noStrike" cap="none" normalizeH="0" baseline="0" dirty="0" err="1">
                <a:ln>
                  <a:noFill/>
                </a:ln>
                <a:solidFill>
                  <a:schemeClr val="tx1"/>
                </a:solidFill>
                <a:effectLst/>
              </a:rPr>
              <a:t>the</a:t>
            </a:r>
            <a:r>
              <a:rPr kumimoji="0" lang="nl-BE" altLang="nl-BE" sz="800" b="0" i="0" u="none" strike="noStrike" cap="none" normalizeH="0" baseline="0" dirty="0">
                <a:ln>
                  <a:noFill/>
                </a:ln>
                <a:solidFill>
                  <a:schemeClr val="tx1"/>
                </a:solidFill>
                <a:effectLst/>
              </a:rPr>
              <a:t> external </a:t>
            </a:r>
            <a:r>
              <a:rPr kumimoji="0" lang="nl-BE" altLang="nl-BE" sz="1000" b="0" i="0" u="none" strike="noStrike" cap="none" normalizeH="0" baseline="0" dirty="0" err="1">
                <a:ln>
                  <a:noFill/>
                </a:ln>
                <a:solidFill>
                  <a:schemeClr val="tx1"/>
                </a:solidFill>
                <a:effectLst/>
                <a:latin typeface="Arial Unicode MS"/>
              </a:rPr>
              <a:t>foo</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liibrary</a:t>
            </a:r>
            <a:r>
              <a:rPr kumimoji="0" lang="nl-BE" altLang="nl-BE" sz="800" b="0" i="0" u="none" strike="noStrike" cap="none" normalizeH="0" baseline="0" dirty="0">
                <a:ln>
                  <a:noFill/>
                </a:ln>
                <a:solidFill>
                  <a:schemeClr val="tx1"/>
                </a:solidFill>
                <a:effectLst/>
              </a:rPr>
              <a:t>.</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nl-BE" altLang="nl-BE" sz="1000" b="0" i="0" u="none" strike="noStrike" cap="none" normalizeH="0" baseline="0" dirty="0" err="1">
                <a:ln>
                  <a:noFill/>
                </a:ln>
                <a:solidFill>
                  <a:schemeClr val="tx1"/>
                </a:solidFill>
                <a:effectLst/>
                <a:latin typeface="Arial Unicode MS"/>
              </a:rPr>
              <a:t>target_link_libraries</a:t>
            </a:r>
            <a:r>
              <a:rPr kumimoji="0" lang="nl-BE" altLang="nl-BE" sz="1000" b="0" i="0" u="none" strike="noStrike" cap="none" normalizeH="0" baseline="0" dirty="0">
                <a:ln>
                  <a:noFill/>
                </a:ln>
                <a:solidFill>
                  <a:schemeClr val="tx1"/>
                </a:solidFill>
                <a:effectLst/>
                <a:latin typeface="Arial Unicode MS"/>
              </a:rPr>
              <a:t>( </a:t>
            </a:r>
            <a:r>
              <a:rPr kumimoji="0" lang="nl-BE" altLang="nl-BE" sz="1000" b="0" i="0" u="none" strike="noStrike" cap="none" normalizeH="0" baseline="0" dirty="0" err="1">
                <a:ln>
                  <a:noFill/>
                </a:ln>
                <a:solidFill>
                  <a:schemeClr val="tx1"/>
                </a:solidFill>
                <a:effectLst/>
                <a:latin typeface="Arial Unicode MS"/>
              </a:rPr>
              <a:t>my_app</a:t>
            </a:r>
            <a:r>
              <a:rPr kumimoji="0" lang="nl-BE" altLang="nl-BE" sz="1000" b="0" i="0" u="none" strike="noStrike" cap="none" normalizeH="0" baseline="0" dirty="0">
                <a:ln>
                  <a:noFill/>
                </a:ln>
                <a:solidFill>
                  <a:schemeClr val="tx1"/>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nl-BE" altLang="nl-BE" sz="1000" b="0" i="0" u="none" strike="noStrike" cap="none" normalizeH="0" baseline="0" dirty="0">
                <a:ln>
                  <a:noFill/>
                </a:ln>
                <a:solidFill>
                  <a:schemeClr val="tx1"/>
                </a:solidFill>
                <a:effectLst/>
                <a:latin typeface="Arial Unicode MS"/>
              </a:rPr>
              <a:t>debug /some/path/foo/debug/libfoo.so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nl-BE" altLang="nl-BE" sz="1000" b="0" i="0" u="none" strike="noStrike" cap="none" normalizeH="0" baseline="0" dirty="0" err="1">
                <a:ln>
                  <a:noFill/>
                </a:ln>
                <a:solidFill>
                  <a:schemeClr val="tx1"/>
                </a:solidFill>
                <a:effectLst/>
                <a:latin typeface="Arial Unicode MS"/>
              </a:rPr>
              <a:t>optimized</a:t>
            </a:r>
            <a:r>
              <a:rPr kumimoji="0" lang="nl-BE" altLang="nl-BE" sz="1000" b="0" i="0" u="none" strike="noStrike" cap="none" normalizeH="0" baseline="0" dirty="0">
                <a:ln>
                  <a:noFill/>
                </a:ln>
                <a:solidFill>
                  <a:schemeClr val="tx1"/>
                </a:solidFill>
                <a:effectLst/>
                <a:latin typeface="Arial Unicode MS"/>
              </a:rPr>
              <a:t> /</a:t>
            </a:r>
            <a:r>
              <a:rPr kumimoji="0" lang="nl-BE" altLang="nl-BE" sz="1000" b="0" i="0" u="none" strike="noStrike" cap="none" normalizeH="0" baseline="0" dirty="0" err="1">
                <a:ln>
                  <a:noFill/>
                </a:ln>
                <a:solidFill>
                  <a:schemeClr val="tx1"/>
                </a:solidFill>
                <a:effectLst/>
                <a:latin typeface="Arial Unicode MS"/>
              </a:rPr>
              <a:t>some</a:t>
            </a:r>
            <a:r>
              <a:rPr kumimoji="0" lang="nl-BE" altLang="nl-BE" sz="1000" b="0" i="0" u="none" strike="noStrike" cap="none" normalizeH="0" baseline="0" dirty="0">
                <a:ln>
                  <a:noFill/>
                </a:ln>
                <a:solidFill>
                  <a:schemeClr val="tx1"/>
                </a:solidFill>
                <a:effectLst/>
                <a:latin typeface="Arial Unicode MS"/>
              </a:rPr>
              <a:t>/</a:t>
            </a:r>
            <a:r>
              <a:rPr kumimoji="0" lang="nl-BE" altLang="nl-BE" sz="1000" b="0" i="0" u="none" strike="noStrike" cap="none" normalizeH="0" baseline="0" dirty="0" err="1">
                <a:ln>
                  <a:noFill/>
                </a:ln>
                <a:solidFill>
                  <a:schemeClr val="tx1"/>
                </a:solidFill>
                <a:effectLst/>
                <a:latin typeface="Arial Unicode MS"/>
              </a:rPr>
              <a:t>path</a:t>
            </a:r>
            <a:r>
              <a:rPr kumimoji="0" lang="nl-BE" altLang="nl-BE" sz="1000" b="0" i="0" u="none" strike="noStrike" cap="none" normalizeH="0" baseline="0" dirty="0">
                <a:ln>
                  <a:noFill/>
                </a:ln>
                <a:solidFill>
                  <a:schemeClr val="tx1"/>
                </a:solidFill>
                <a:effectLst/>
                <a:latin typeface="Arial Unicode MS"/>
              </a:rPr>
              <a:t>/</a:t>
            </a:r>
            <a:r>
              <a:rPr kumimoji="0" lang="nl-BE" altLang="nl-BE" sz="1000" b="0" i="0" u="none" strike="noStrike" cap="none" normalizeH="0" baseline="0" dirty="0" err="1">
                <a:ln>
                  <a:noFill/>
                </a:ln>
                <a:solidFill>
                  <a:schemeClr val="tx1"/>
                </a:solidFill>
                <a:effectLst/>
                <a:latin typeface="Arial Unicode MS"/>
              </a:rPr>
              <a:t>foo</a:t>
            </a:r>
            <a:r>
              <a:rPr kumimoji="0" lang="nl-BE" altLang="nl-BE" sz="1000" b="0" i="0" u="none" strike="noStrike" cap="none" normalizeH="0" baseline="0" dirty="0">
                <a:ln>
                  <a:noFill/>
                </a:ln>
                <a:solidFill>
                  <a:schemeClr val="tx1"/>
                </a:solidFill>
                <a:effectLst/>
                <a:latin typeface="Arial Unicode MS"/>
              </a:rPr>
              <a:t>/release/libfoo.so)</a:t>
            </a: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800" b="0" i="0" u="none" strike="noStrike" cap="none" normalizeH="0" baseline="0" dirty="0" err="1">
                <a:ln>
                  <a:noFill/>
                </a:ln>
                <a:solidFill>
                  <a:schemeClr val="tx1"/>
                </a:solidFill>
                <a:effectLst/>
              </a:rPr>
              <a:t>Now</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when</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you</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will</a:t>
            </a:r>
            <a:r>
              <a:rPr kumimoji="0" lang="nl-BE" altLang="nl-BE" sz="800" b="0" i="0" u="none" strike="noStrike" cap="none" normalizeH="0" baseline="0" dirty="0">
                <a:ln>
                  <a:noFill/>
                </a:ln>
                <a:solidFill>
                  <a:schemeClr val="tx1"/>
                </a:solidFill>
                <a:effectLst/>
              </a:rPr>
              <a:t> run</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000" b="0" i="0" u="none" strike="noStrike" cap="none" normalizeH="0" baseline="0" dirty="0" err="1">
                <a:ln>
                  <a:noFill/>
                </a:ln>
                <a:solidFill>
                  <a:schemeClr val="tx1"/>
                </a:solidFill>
                <a:effectLst/>
                <a:latin typeface="Arial Unicode MS"/>
              </a:rPr>
              <a:t>cmake</a:t>
            </a:r>
            <a:r>
              <a:rPr kumimoji="0" lang="nl-BE" altLang="nl-BE" sz="1000" b="0" i="0" u="none" strike="noStrike" cap="none" normalizeH="0" baseline="0" dirty="0">
                <a:ln>
                  <a:noFill/>
                </a:ln>
                <a:solidFill>
                  <a:schemeClr val="tx1"/>
                </a:solidFill>
                <a:effectLst/>
                <a:latin typeface="Arial Unicode MS"/>
              </a:rPr>
              <a:t> -DCMAKE_BUILD_TYPE=Debug ..</a:t>
            </a:r>
            <a:endParaRPr kumimoji="0" lang="nl-BE" altLang="nl-BE"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dirty="0" err="1">
                <a:ln>
                  <a:noFill/>
                </a:ln>
                <a:solidFill>
                  <a:schemeClr val="tx1"/>
                </a:solidFill>
                <a:effectLst/>
                <a:latin typeface="Arial" panose="020B0604020202020204" pitchFamily="34" charset="0"/>
              </a:rPr>
              <a:t>while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generating</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the</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build</a:t>
            </a:r>
            <a:r>
              <a:rPr kumimoji="0" lang="nl-BE" altLang="nl-BE" sz="1800" b="0" i="0" u="none" strike="noStrike" cap="none" normalizeH="0" baseline="0" dirty="0">
                <a:ln>
                  <a:noFill/>
                </a:ln>
                <a:solidFill>
                  <a:schemeClr val="tx1"/>
                </a:solidFill>
                <a:effectLst/>
                <a:latin typeface="Arial" panose="020B0604020202020204" pitchFamily="34" charset="0"/>
              </a:rPr>
              <a:t> files </a:t>
            </a:r>
            <a:r>
              <a:rPr kumimoji="0" lang="nl-BE" altLang="nl-BE" sz="1800" b="0" i="0" u="none" strike="noStrike" cap="none" normalizeH="0" baseline="0" dirty="0" err="1">
                <a:ln>
                  <a:noFill/>
                </a:ln>
                <a:solidFill>
                  <a:schemeClr val="tx1"/>
                </a:solidFill>
                <a:effectLst/>
                <a:latin typeface="Arial" panose="020B0604020202020204" pitchFamily="34" charset="0"/>
              </a:rPr>
              <a:t>for</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000" b="0" i="0" u="none" strike="noStrike" cap="none" normalizeH="0" baseline="0" dirty="0" err="1">
                <a:ln>
                  <a:noFill/>
                </a:ln>
                <a:solidFill>
                  <a:schemeClr val="tx1"/>
                </a:solidFill>
                <a:effectLst/>
                <a:latin typeface="Arial Unicode MS"/>
              </a:rPr>
              <a:t>my_app</a:t>
            </a:r>
            <a:r>
              <a:rPr kumimoji="0" lang="nl-BE" altLang="nl-BE" sz="800" b="0" i="0" u="none" strike="noStrike" cap="none" normalizeH="0" baseline="0" dirty="0">
                <a:ln>
                  <a:noFill/>
                </a:ln>
                <a:solidFill>
                  <a:schemeClr val="tx1"/>
                </a:solidFill>
                <a:effectLst/>
              </a:rPr>
              <a:t> project ,  </a:t>
            </a:r>
            <a:r>
              <a:rPr kumimoji="0" lang="nl-BE" altLang="nl-BE" sz="1000" b="0" i="0" u="none" strike="noStrike" cap="none" normalizeH="0" baseline="0" dirty="0">
                <a:ln>
                  <a:noFill/>
                </a:ln>
                <a:solidFill>
                  <a:schemeClr val="tx1"/>
                </a:solidFill>
                <a:effectLst/>
                <a:latin typeface="Arial Unicode MS"/>
              </a:rPr>
              <a:t>/some/path/foo/debug/libfoo.so</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will</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be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linked</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against</a:t>
            </a:r>
            <a:r>
              <a:rPr kumimoji="0" lang="nl-BE" altLang="nl-BE" sz="800" b="0" i="0" u="none" strike="noStrike" cap="none" normalizeH="0" baseline="0" dirty="0">
                <a:ln>
                  <a:noFill/>
                </a:ln>
                <a:solidFill>
                  <a:schemeClr val="tx1"/>
                </a:solidFill>
                <a:effectLst/>
              </a:rPr>
              <a:t> </a:t>
            </a:r>
            <a:r>
              <a:rPr kumimoji="0" lang="nl-BE" altLang="nl-BE" sz="1000" b="0" i="0" u="none" strike="noStrike" cap="none" normalizeH="0" baseline="0" dirty="0" err="1">
                <a:ln>
                  <a:noFill/>
                </a:ln>
                <a:solidFill>
                  <a:schemeClr val="tx1"/>
                </a:solidFill>
                <a:effectLst/>
                <a:latin typeface="Arial Unicode MS"/>
              </a:rPr>
              <a:t>my_app</a:t>
            </a:r>
            <a:r>
              <a:rPr kumimoji="0" lang="nl-BE" altLang="nl-BE" sz="800" b="0" i="0" u="none" strike="noStrike" cap="none" normalizeH="0" baseline="0" dirty="0">
                <a:ln>
                  <a:noFill/>
                </a:ln>
                <a:solidFill>
                  <a:schemeClr val="tx1"/>
                </a:solidFill>
                <a:effectLst/>
              </a:rPr>
              <a:t>.</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dirty="0" err="1">
                <a:ln>
                  <a:noFill/>
                </a:ln>
                <a:solidFill>
                  <a:schemeClr val="tx1"/>
                </a:solidFill>
                <a:effectLst/>
                <a:latin typeface="Arial" panose="020B0604020202020204" pitchFamily="34" charset="0"/>
              </a:rPr>
              <a:t>Similarly</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when</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you</a:t>
            </a:r>
            <a:r>
              <a:rPr kumimoji="0" lang="nl-BE" altLang="nl-BE" sz="1800" b="0" i="0" u="none" strike="noStrike" cap="none" normalizeH="0" baseline="0" dirty="0">
                <a:ln>
                  <a:noFill/>
                </a:ln>
                <a:solidFill>
                  <a:schemeClr val="tx1"/>
                </a:solidFill>
                <a:effectLst/>
                <a:latin typeface="Arial" panose="020B0604020202020204" pitchFamily="34" charset="0"/>
              </a:rPr>
              <a:t> </a:t>
            </a:r>
            <a:r>
              <a:rPr kumimoji="0" lang="nl-BE" altLang="nl-BE" sz="1800" b="0" i="0" u="none" strike="noStrike" cap="none" normalizeH="0" baseline="0" dirty="0" err="1">
                <a:ln>
                  <a:noFill/>
                </a:ln>
                <a:solidFill>
                  <a:schemeClr val="tx1"/>
                </a:solidFill>
                <a:effectLst/>
                <a:latin typeface="Arial" panose="020B0604020202020204" pitchFamily="34" charset="0"/>
              </a:rPr>
              <a:t>will</a:t>
            </a:r>
            <a:r>
              <a:rPr kumimoji="0" lang="nl-BE" altLang="nl-BE" sz="1800" b="0" i="0" u="none" strike="noStrike" cap="none" normalizeH="0" baseline="0" dirty="0">
                <a:ln>
                  <a:noFill/>
                </a:ln>
                <a:solidFill>
                  <a:schemeClr val="tx1"/>
                </a:solidFill>
                <a:effectLst/>
                <a:latin typeface="Arial" panose="020B0604020202020204" pitchFamily="34" charset="0"/>
              </a:rPr>
              <a:t> run</a:t>
            </a: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000" b="0" i="0" u="none" strike="noStrike" cap="none" normalizeH="0" baseline="0" dirty="0" err="1">
                <a:ln>
                  <a:noFill/>
                </a:ln>
                <a:solidFill>
                  <a:schemeClr val="tx1"/>
                </a:solidFill>
                <a:effectLst/>
                <a:latin typeface="Arial Unicode MS"/>
              </a:rPr>
              <a:t>cmake</a:t>
            </a:r>
            <a:r>
              <a:rPr kumimoji="0" lang="nl-BE" altLang="nl-BE" sz="1000" b="0" i="0" u="none" strike="noStrike" cap="none" normalizeH="0" baseline="0" dirty="0">
                <a:ln>
                  <a:noFill/>
                </a:ln>
                <a:solidFill>
                  <a:schemeClr val="tx1"/>
                </a:solidFill>
                <a:effectLst/>
                <a:latin typeface="Arial Unicode MS"/>
              </a:rPr>
              <a:t> -DCMAKE_BUILD_TYPE=Release ..</a:t>
            </a:r>
            <a:r>
              <a:rPr kumimoji="0" lang="nl-BE" altLang="nl-BE" sz="800" b="0" i="0" u="none" strike="noStrike" cap="none" normalizeH="0" baseline="0" dirty="0">
                <a:ln>
                  <a:noFill/>
                </a:ln>
                <a:solidFill>
                  <a:schemeClr val="tx1"/>
                </a:solidFill>
                <a:effectLst/>
              </a:rPr>
              <a:t> </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000" b="0" i="0" u="none" strike="noStrike" cap="none" normalizeH="0" baseline="0" dirty="0">
                <a:ln>
                  <a:noFill/>
                </a:ln>
                <a:solidFill>
                  <a:schemeClr val="tx1"/>
                </a:solidFill>
                <a:effectLst/>
                <a:latin typeface="Arial Unicode MS"/>
              </a:rPr>
              <a:t>/some/path/foo/release/libfoo.so</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will</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be</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linked</a:t>
            </a:r>
            <a:r>
              <a:rPr kumimoji="0" lang="nl-BE" altLang="nl-BE" sz="800" b="0" i="0" u="none" strike="noStrike" cap="none" normalizeH="0" baseline="0" dirty="0">
                <a:ln>
                  <a:noFill/>
                </a:ln>
                <a:solidFill>
                  <a:schemeClr val="tx1"/>
                </a:solidFill>
                <a:effectLst/>
              </a:rPr>
              <a:t> </a:t>
            </a:r>
            <a:r>
              <a:rPr kumimoji="0" lang="nl-BE" altLang="nl-BE" sz="800" b="0" i="0" u="none" strike="noStrike" cap="none" normalizeH="0" baseline="0" dirty="0" err="1">
                <a:ln>
                  <a:noFill/>
                </a:ln>
                <a:solidFill>
                  <a:schemeClr val="tx1"/>
                </a:solidFill>
                <a:effectLst/>
              </a:rPr>
              <a:t>against</a:t>
            </a:r>
            <a:r>
              <a:rPr kumimoji="0" lang="nl-BE" altLang="nl-BE" sz="800" b="0" i="0" u="none" strike="noStrike" cap="none" normalizeH="0" baseline="0" dirty="0">
                <a:ln>
                  <a:noFill/>
                </a:ln>
                <a:solidFill>
                  <a:schemeClr val="tx1"/>
                </a:solidFill>
                <a:effectLst/>
              </a:rPr>
              <a:t> </a:t>
            </a:r>
            <a:r>
              <a:rPr kumimoji="0" lang="nl-BE" altLang="nl-BE" sz="1000" b="0" i="0" u="none" strike="noStrike" cap="none" normalizeH="0" baseline="0" dirty="0" err="1">
                <a:ln>
                  <a:noFill/>
                </a:ln>
                <a:solidFill>
                  <a:schemeClr val="tx1"/>
                </a:solidFill>
                <a:effectLst/>
                <a:latin typeface="Arial Unicode MS"/>
              </a:rPr>
              <a:t>my_app</a:t>
            </a:r>
            <a:r>
              <a:rPr kumimoji="0" lang="nl-BE" altLang="nl-BE" sz="800" b="0" i="0" u="none" strike="noStrike" cap="none" normalizeH="0" baseline="0" dirty="0">
                <a:ln>
                  <a:noFill/>
                </a:ln>
                <a:solidFill>
                  <a:schemeClr val="tx1"/>
                </a:solidFill>
                <a:effectLst/>
              </a:rPr>
              <a:t>.</a:t>
            </a:r>
            <a:endParaRPr kumimoji="0" lang="nl-BE" altLang="nl-B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1" i="0" u="none" strike="noStrike" cap="none" normalizeH="0" baseline="0" dirty="0" err="1">
                <a:ln>
                  <a:noFill/>
                </a:ln>
                <a:solidFill>
                  <a:schemeClr val="tx1"/>
                </a:solidFill>
                <a:effectLst/>
                <a:latin typeface="Arial" panose="020B0604020202020204" pitchFamily="34" charset="0"/>
              </a:rPr>
              <a:t>Note</a:t>
            </a:r>
            <a:r>
              <a:rPr kumimoji="0" lang="nl-BE" altLang="nl-BE" sz="1800" b="1" i="0" u="none" strike="noStrike" cap="none" normalizeH="0" baseline="0" dirty="0">
                <a:ln>
                  <a:noFill/>
                </a:ln>
                <a:solidFill>
                  <a:schemeClr val="tx1"/>
                </a:solidFill>
                <a:effectLst/>
                <a:latin typeface="Arial" panose="020B0604020202020204" pitchFamily="34" charset="0"/>
              </a:rPr>
              <a:t> here </a:t>
            </a:r>
            <a:r>
              <a:rPr kumimoji="0" lang="nl-BE" altLang="nl-BE" sz="1800" b="1" i="0" u="none" strike="noStrike" cap="none" normalizeH="0" baseline="0" dirty="0" err="1">
                <a:ln>
                  <a:noFill/>
                </a:ln>
                <a:solidFill>
                  <a:schemeClr val="tx1"/>
                </a:solidFill>
                <a:effectLst/>
                <a:latin typeface="Arial" panose="020B0604020202020204" pitchFamily="34" charset="0"/>
              </a:rPr>
              <a:t>that</a:t>
            </a:r>
            <a:r>
              <a:rPr kumimoji="0" lang="nl-BE" altLang="nl-BE" sz="1800" b="1" i="0" u="none" strike="noStrike" cap="none" normalizeH="0" baseline="0" dirty="0">
                <a:ln>
                  <a:noFill/>
                </a:ln>
                <a:solidFill>
                  <a:schemeClr val="tx1"/>
                </a:solidFill>
                <a:effectLst/>
                <a:latin typeface="Arial" panose="020B0604020202020204" pitchFamily="34" charset="0"/>
              </a:rPr>
              <a:t>, running </a:t>
            </a:r>
            <a:r>
              <a:rPr kumimoji="0" lang="nl-BE" altLang="nl-BE" sz="1800" b="1" i="0" u="none" strike="noStrike" cap="none" normalizeH="0" baseline="0" dirty="0" err="1">
                <a:ln>
                  <a:noFill/>
                </a:ln>
                <a:solidFill>
                  <a:schemeClr val="tx1"/>
                </a:solidFill>
                <a:effectLst/>
                <a:latin typeface="Arial" panose="020B0604020202020204" pitchFamily="34" charset="0"/>
              </a:rPr>
              <a:t>the</a:t>
            </a:r>
            <a:r>
              <a:rPr kumimoji="0" lang="nl-BE" altLang="nl-BE" sz="1800" b="1" i="0" u="none" strike="noStrike" cap="none" normalizeH="0" baseline="0" dirty="0">
                <a:ln>
                  <a:noFill/>
                </a:ln>
                <a:solidFill>
                  <a:schemeClr val="tx1"/>
                </a:solidFill>
                <a:effectLst/>
                <a:latin typeface="Arial" panose="020B0604020202020204" pitchFamily="34" charset="0"/>
              </a:rPr>
              <a:t> </a:t>
            </a:r>
            <a:r>
              <a:rPr kumimoji="0" lang="nl-BE" altLang="nl-BE" sz="1000" b="1" i="0" u="none" strike="noStrike" cap="none" normalizeH="0" baseline="0" dirty="0" err="1">
                <a:ln>
                  <a:noFill/>
                </a:ln>
                <a:solidFill>
                  <a:schemeClr val="tx1"/>
                </a:solidFill>
                <a:effectLst/>
                <a:latin typeface="Arial Unicode MS"/>
              </a:rPr>
              <a:t>cmake</a:t>
            </a:r>
            <a:r>
              <a:rPr kumimoji="0" lang="nl-BE" altLang="nl-BE" sz="1000" b="1" i="0" u="none" strike="noStrike" cap="none" normalizeH="0" baseline="0" dirty="0">
                <a:ln>
                  <a:noFill/>
                </a:ln>
                <a:solidFill>
                  <a:schemeClr val="tx1"/>
                </a:solidFill>
                <a:effectLst/>
                <a:latin typeface="Arial Unicode MS"/>
              </a:rPr>
              <a:t>..</a:t>
            </a:r>
            <a:r>
              <a:rPr kumimoji="0" lang="nl-BE" altLang="nl-BE" sz="800" b="1" i="0" u="none" strike="noStrike" cap="none" normalizeH="0" baseline="0" dirty="0">
                <a:ln>
                  <a:noFill/>
                </a:ln>
                <a:solidFill>
                  <a:schemeClr val="tx1"/>
                </a:solidFill>
                <a:effectLst/>
              </a:rPr>
              <a:t> </a:t>
            </a:r>
            <a:r>
              <a:rPr kumimoji="0" lang="nl-BE" altLang="nl-BE" sz="800" b="1" i="0" u="none" strike="noStrike" cap="none" normalizeH="0" baseline="0" dirty="0" err="1">
                <a:ln>
                  <a:noFill/>
                </a:ln>
                <a:solidFill>
                  <a:schemeClr val="tx1"/>
                </a:solidFill>
                <a:effectLst/>
              </a:rPr>
              <a:t>command</a:t>
            </a:r>
            <a:r>
              <a:rPr kumimoji="0" lang="nl-BE" altLang="nl-BE" sz="800" b="1" i="0" u="none" strike="noStrike" cap="none" normalizeH="0" baseline="0" dirty="0">
                <a:ln>
                  <a:noFill/>
                </a:ln>
                <a:solidFill>
                  <a:schemeClr val="tx1"/>
                </a:solidFill>
                <a:effectLst/>
              </a:rPr>
              <a:t> i.e. without </a:t>
            </a:r>
            <a:r>
              <a:rPr kumimoji="0" lang="nl-BE" altLang="nl-BE" sz="800" b="1" i="0" u="none" strike="noStrike" cap="none" normalizeH="0" baseline="0" dirty="0" err="1">
                <a:ln>
                  <a:noFill/>
                </a:ln>
                <a:solidFill>
                  <a:schemeClr val="tx1"/>
                </a:solidFill>
                <a:effectLst/>
              </a:rPr>
              <a:t>any</a:t>
            </a:r>
            <a:r>
              <a:rPr kumimoji="0" lang="nl-BE" altLang="nl-BE" sz="800" b="1" i="0" u="none" strike="noStrike" cap="none" normalizeH="0" baseline="0" dirty="0">
                <a:ln>
                  <a:noFill/>
                </a:ln>
                <a:solidFill>
                  <a:schemeClr val="tx1"/>
                </a:solidFill>
                <a:effectLst/>
              </a:rPr>
              <a:t> </a:t>
            </a:r>
            <a:r>
              <a:rPr kumimoji="0" lang="nl-BE" altLang="nl-BE" sz="800" b="1" i="0" u="none" strike="noStrike" cap="none" normalizeH="0" baseline="0" dirty="0" err="1">
                <a:ln>
                  <a:noFill/>
                </a:ln>
                <a:solidFill>
                  <a:schemeClr val="tx1"/>
                </a:solidFill>
                <a:effectLst/>
              </a:rPr>
              <a:t>build</a:t>
            </a:r>
            <a:r>
              <a:rPr kumimoji="0" lang="nl-BE" altLang="nl-BE" sz="800" b="1" i="0" u="none" strike="noStrike" cap="none" normalizeH="0" baseline="0" dirty="0">
                <a:ln>
                  <a:noFill/>
                </a:ln>
                <a:solidFill>
                  <a:schemeClr val="tx1"/>
                </a:solidFill>
                <a:effectLst/>
              </a:rPr>
              <a:t> type </a:t>
            </a:r>
            <a:r>
              <a:rPr kumimoji="0" lang="nl-BE" altLang="nl-BE" sz="800" b="1" i="0" u="none" strike="noStrike" cap="none" normalizeH="0" baseline="0" dirty="0" err="1">
                <a:ln>
                  <a:noFill/>
                </a:ln>
                <a:solidFill>
                  <a:schemeClr val="tx1"/>
                </a:solidFill>
                <a:effectLst/>
              </a:rPr>
              <a:t>will</a:t>
            </a:r>
            <a:r>
              <a:rPr kumimoji="0" lang="nl-BE" altLang="nl-BE" sz="800" b="1" i="0" u="none" strike="noStrike" cap="none" normalizeH="0" baseline="0" dirty="0">
                <a:ln>
                  <a:noFill/>
                </a:ln>
                <a:solidFill>
                  <a:schemeClr val="tx1"/>
                </a:solidFill>
                <a:effectLst/>
              </a:rPr>
              <a:t> </a:t>
            </a:r>
            <a:r>
              <a:rPr kumimoji="0" lang="nl-BE" altLang="nl-BE" sz="800" b="1" i="0" u="none" strike="noStrike" cap="none" normalizeH="0" baseline="0" dirty="0" err="1">
                <a:ln>
                  <a:noFill/>
                </a:ln>
                <a:solidFill>
                  <a:schemeClr val="tx1"/>
                </a:solidFill>
                <a:effectLst/>
              </a:rPr>
              <a:t>throw</a:t>
            </a:r>
            <a:r>
              <a:rPr kumimoji="0" lang="nl-BE" altLang="nl-BE" sz="800" b="1" i="0" u="none" strike="noStrike" cap="none" normalizeH="0" baseline="0" dirty="0">
                <a:ln>
                  <a:noFill/>
                </a:ln>
                <a:solidFill>
                  <a:schemeClr val="tx1"/>
                </a:solidFill>
                <a:effectLst/>
              </a:rPr>
              <a:t> </a:t>
            </a:r>
            <a:r>
              <a:rPr kumimoji="0" lang="nl-BE" altLang="nl-BE" sz="800" b="1" i="0" u="none" strike="noStrike" cap="none" normalizeH="0" baseline="0" dirty="0" err="1">
                <a:ln>
                  <a:noFill/>
                </a:ln>
                <a:solidFill>
                  <a:schemeClr val="tx1"/>
                </a:solidFill>
                <a:effectLst/>
              </a:rPr>
              <a:t>an</a:t>
            </a:r>
            <a:r>
              <a:rPr kumimoji="0" lang="nl-BE" altLang="nl-BE" sz="800" b="1" i="0" u="none" strike="noStrike" cap="none" normalizeH="0" baseline="0" dirty="0">
                <a:ln>
                  <a:noFill/>
                </a:ln>
                <a:solidFill>
                  <a:schemeClr val="tx1"/>
                </a:solidFill>
                <a:effectLst/>
              </a:rPr>
              <a:t> error.</a:t>
            </a:r>
            <a:endParaRPr kumimoji="0" lang="nl-BE" altLang="nl-B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5513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1571</Words>
  <Application>Microsoft Office PowerPoint</Application>
  <PresentationFormat>Widescreen</PresentationFormat>
  <Paragraphs>197</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Arial Unicode MS</vt:lpstr>
      <vt:lpstr>Calibri</vt:lpstr>
      <vt:lpstr>Calibri Light</vt:lpstr>
      <vt:lpstr>Courier New</vt:lpstr>
      <vt:lpstr>Office Theme</vt:lpstr>
      <vt:lpstr>Subdirectory</vt:lpstr>
      <vt:lpstr>Installation</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Requirements to run CMake</vt:lpstr>
      <vt:lpstr>Writing CMakeLists.txt Files</vt:lpstr>
      <vt:lpstr>Commands</vt:lpstr>
      <vt:lpstr>Debug vs Release</vt:lpstr>
      <vt:lpstr>Requirements to run CMake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to run CMake</dc:title>
  <dc:creator>Mag Selwa</dc:creator>
  <cp:lastModifiedBy>Mag Selwa</cp:lastModifiedBy>
  <cp:revision>8</cp:revision>
  <dcterms:created xsi:type="dcterms:W3CDTF">2022-12-07T21:19:16Z</dcterms:created>
  <dcterms:modified xsi:type="dcterms:W3CDTF">2022-12-07T22:19:35Z</dcterms:modified>
</cp:coreProperties>
</file>